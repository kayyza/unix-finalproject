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Lst>
  <p:notesMasterIdLst>
    <p:notesMasterId r:id="rId7"/>
  </p:notesMasterIdLst>
  <p:sldIdLst>
    <p:sldId id="256" r:id="rId2"/>
    <p:sldId id="275" r:id="rId3"/>
    <p:sldId id="259" r:id="rId4"/>
    <p:sldId id="260" r:id="rId5"/>
    <p:sldId id="276" r:id="rId6"/>
  </p:sldIdLst>
  <p:sldSz cx="18288000" cy="10287000"/>
  <p:notesSz cx="6858000" cy="9144000"/>
  <p:embeddedFontLst>
    <p:embeddedFont>
      <p:font typeface="Anton" pitchFamily="2" charset="0"/>
      <p:regular r:id="rId8"/>
    </p:embeddedFont>
    <p:embeddedFont>
      <p:font typeface="Arimo" panose="020B0604020202020204" charset="0"/>
      <p:regular r:id="rId9"/>
      <p:bold r:id="rId10"/>
      <p:italic r:id="rId11"/>
      <p:boldItalic r:id="rId12"/>
    </p:embeddedFont>
    <p:embeddedFont>
      <p:font typeface="Tw Cen MT" panose="020B0602020104020603" pitchFamily="34" charset="0"/>
      <p:regular r:id="rId13"/>
      <p:bold r:id="rId14"/>
      <p:italic r:id="rId15"/>
      <p:boldItalic r:id="rId1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ECFF"/>
    <a:srgbClr val="D6FB68"/>
    <a:srgbClr val="586248"/>
    <a:srgbClr val="FFFEF8"/>
    <a:srgbClr val="F46659"/>
    <a:srgbClr val="16242F"/>
    <a:srgbClr val="192934"/>
    <a:srgbClr val="5EC9CC"/>
    <a:srgbClr val="1CC549"/>
    <a:srgbClr val="FFBC3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30" d="100"/>
          <a:sy n="30" d="100"/>
        </p:scale>
        <p:origin x="34" y="1181"/>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font" Target="fonts/font1.fntdata"/><Relationship Id="rId13" Type="http://schemas.openxmlformats.org/officeDocument/2006/relationships/font" Target="fonts/font6.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font" Target="fonts/font5.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9.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4.fntdata"/><Relationship Id="rId5" Type="http://schemas.openxmlformats.org/officeDocument/2006/relationships/slide" Target="slides/slide4.xml"/><Relationship Id="rId15" Type="http://schemas.openxmlformats.org/officeDocument/2006/relationships/font" Target="fonts/font8.fntdata"/><Relationship Id="rId10" Type="http://schemas.openxmlformats.org/officeDocument/2006/relationships/font" Target="fonts/font3.fntdata"/><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font" Target="fonts/font2.fntdata"/><Relationship Id="rId14"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p:cNvGrpSpPr/>
        <p:nvPr/>
      </p:nvGrpSpPr>
      <p:grpSpPr>
        <a:xfrm>
          <a:off x="0" y="0"/>
          <a:ext cx="0" cy="0"/>
          <a:chOff x="0" y="0"/>
          <a:chExt cx="0" cy="0"/>
        </a:xfrm>
      </p:grpSpPr>
      <p:sp>
        <p:nvSpPr>
          <p:cNvPr id="456" name="Google Shape;45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a:extLst>
            <a:ext uri="{FF2B5EF4-FFF2-40B4-BE49-F238E27FC236}">
              <a16:creationId xmlns:a16="http://schemas.microsoft.com/office/drawing/2014/main" id="{41B7DD28-C6E2-ED9E-C181-A337C542BBD8}"/>
            </a:ext>
          </a:extLst>
        </p:cNvPr>
        <p:cNvGrpSpPr/>
        <p:nvPr/>
      </p:nvGrpSpPr>
      <p:grpSpPr>
        <a:xfrm>
          <a:off x="0" y="0"/>
          <a:ext cx="0" cy="0"/>
          <a:chOff x="0" y="0"/>
          <a:chExt cx="0" cy="0"/>
        </a:xfrm>
      </p:grpSpPr>
      <p:sp>
        <p:nvSpPr>
          <p:cNvPr id="456" name="Google Shape;456;p1:notes">
            <a:extLst>
              <a:ext uri="{FF2B5EF4-FFF2-40B4-BE49-F238E27FC236}">
                <a16:creationId xmlns:a16="http://schemas.microsoft.com/office/drawing/2014/main" id="{6280B6B1-46BE-3102-77A0-591A67D175E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a:extLst>
              <a:ext uri="{FF2B5EF4-FFF2-40B4-BE49-F238E27FC236}">
                <a16:creationId xmlns:a16="http://schemas.microsoft.com/office/drawing/2014/main" id="{E9766C7A-4D06-4F3B-1E27-EA30B44EA1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93424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9"/>
        <p:cNvGrpSpPr/>
        <p:nvPr/>
      </p:nvGrpSpPr>
      <p:grpSpPr>
        <a:xfrm>
          <a:off x="0" y="0"/>
          <a:ext cx="0" cy="0"/>
          <a:chOff x="0" y="0"/>
          <a:chExt cx="0" cy="0"/>
        </a:xfrm>
      </p:grpSpPr>
      <p:sp>
        <p:nvSpPr>
          <p:cNvPr id="710" name="Google Shape;710;p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11" name="Google Shape;711;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9"/>
        <p:cNvGrpSpPr/>
        <p:nvPr/>
      </p:nvGrpSpPr>
      <p:grpSpPr>
        <a:xfrm>
          <a:off x="0" y="0"/>
          <a:ext cx="0" cy="0"/>
          <a:chOff x="0" y="0"/>
          <a:chExt cx="0" cy="0"/>
        </a:xfrm>
      </p:grpSpPr>
      <p:sp>
        <p:nvSpPr>
          <p:cNvPr id="760" name="Google Shape;760;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761" name="Google Shape;76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5">
          <a:extLst>
            <a:ext uri="{FF2B5EF4-FFF2-40B4-BE49-F238E27FC236}">
              <a16:creationId xmlns:a16="http://schemas.microsoft.com/office/drawing/2014/main" id="{F9938FB7-D0E0-2F99-EDA1-A9B840A54996}"/>
            </a:ext>
          </a:extLst>
        </p:cNvPr>
        <p:cNvGrpSpPr/>
        <p:nvPr/>
      </p:nvGrpSpPr>
      <p:grpSpPr>
        <a:xfrm>
          <a:off x="0" y="0"/>
          <a:ext cx="0" cy="0"/>
          <a:chOff x="0" y="0"/>
          <a:chExt cx="0" cy="0"/>
        </a:xfrm>
      </p:grpSpPr>
      <p:sp>
        <p:nvSpPr>
          <p:cNvPr id="456" name="Google Shape;456;p1:notes">
            <a:extLst>
              <a:ext uri="{FF2B5EF4-FFF2-40B4-BE49-F238E27FC236}">
                <a16:creationId xmlns:a16="http://schemas.microsoft.com/office/drawing/2014/main" id="{6284A8DA-EB38-46A7-F820-D52ED3AE55D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57" name="Google Shape;457;p1:notes">
            <a:extLst>
              <a:ext uri="{FF2B5EF4-FFF2-40B4-BE49-F238E27FC236}">
                <a16:creationId xmlns:a16="http://schemas.microsoft.com/office/drawing/2014/main" id="{4A3028BB-9AF3-EC5A-73D4-56C24FE4B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004477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 y="-1"/>
            <a:ext cx="18288005" cy="10287002"/>
          </a:xfrm>
          <a:prstGeom prst="rect">
            <a:avLst/>
          </a:prstGeom>
          <a:noFill/>
          <a:extLst>
            <a:ext uri="{909E8E84-426E-40dd-AFC4-6F175D3DCCD1}">
              <a14:hiddenFill xmlns="" xmlns:a14="http://schemas.microsoft.com/office/drawing/2010/main">
                <a:solidFill>
                  <a:srgbClr val="FFFFFF"/>
                </a:solidFill>
              </a14:hiddenFill>
            </a:ext>
          </a:extLst>
        </p:spPr>
      </p:pic>
      <p:grpSp>
        <p:nvGrpSpPr>
          <p:cNvPr id="11" name="Group 10"/>
          <p:cNvGrpSpPr/>
          <p:nvPr/>
        </p:nvGrpSpPr>
        <p:grpSpPr>
          <a:xfrm>
            <a:off x="1" y="1"/>
            <a:ext cx="3457577" cy="10287002"/>
            <a:chOff x="0" y="0"/>
            <a:chExt cx="2305051" cy="6858001"/>
          </a:xfrm>
          <a:gradFill flip="none" rotWithShape="1">
            <a:gsLst>
              <a:gs pos="0">
                <a:schemeClr val="tx2"/>
              </a:gs>
              <a:gs pos="100000">
                <a:schemeClr val="bg2">
                  <a:lumMod val="60000"/>
                  <a:lumOff val="4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sp>
        <p:nvSpPr>
          <p:cNvPr id="2" name="Title 1"/>
          <p:cNvSpPr>
            <a:spLocks noGrp="1"/>
          </p:cNvSpPr>
          <p:nvPr>
            <p:ph type="ctrTitle"/>
          </p:nvPr>
        </p:nvSpPr>
        <p:spPr>
          <a:xfrm>
            <a:off x="2814637" y="1683545"/>
            <a:ext cx="13187363" cy="3581400"/>
          </a:xfrm>
        </p:spPr>
        <p:txBody>
          <a:bodyPr anchor="b">
            <a:normAutofit/>
          </a:bodyPr>
          <a:lstStyle>
            <a:lvl1pPr algn="l">
              <a:defRPr sz="7200"/>
            </a:lvl1pPr>
          </a:lstStyle>
          <a:p>
            <a:r>
              <a:rPr lang="en-US"/>
              <a:t>Click to edit Master title style</a:t>
            </a:r>
            <a:endParaRPr lang="en-US" dirty="0"/>
          </a:p>
        </p:txBody>
      </p:sp>
      <p:sp>
        <p:nvSpPr>
          <p:cNvPr id="3" name="Subtitle 2"/>
          <p:cNvSpPr>
            <a:spLocks noGrp="1"/>
          </p:cNvSpPr>
          <p:nvPr>
            <p:ph type="subTitle" idx="1"/>
          </p:nvPr>
        </p:nvSpPr>
        <p:spPr>
          <a:xfrm>
            <a:off x="2814637" y="5403057"/>
            <a:ext cx="13187363" cy="2483643"/>
          </a:xfrm>
        </p:spPr>
        <p:txBody>
          <a:bodyPr>
            <a:normAutofit/>
          </a:bodyPr>
          <a:lstStyle>
            <a:lvl1pPr marL="0" indent="0" algn="l">
              <a:buNone/>
              <a:defRPr sz="3000" cap="all" baseline="0">
                <a:solidFill>
                  <a:schemeClr val="tx2"/>
                </a:solidFill>
              </a:defRPr>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US" dirty="0"/>
          </a:p>
        </p:txBody>
      </p:sp>
      <p:sp>
        <p:nvSpPr>
          <p:cNvPr id="4" name="Date Placeholder 3"/>
          <p:cNvSpPr>
            <a:spLocks noGrp="1"/>
          </p:cNvSpPr>
          <p:nvPr>
            <p:ph type="dt" sz="half" idx="10"/>
          </p:nvPr>
        </p:nvSpPr>
        <p:spPr>
          <a:xfrm>
            <a:off x="10616267" y="8115302"/>
            <a:ext cx="4114800" cy="547688"/>
          </a:xfrm>
        </p:spPr>
        <p:txBody>
          <a:bodyPr/>
          <a:lstStyle/>
          <a:p>
            <a:fld id="{B61BEF0D-F0BB-DE4B-95CE-6DB70DBA9567}" type="datetimeFigureOut">
              <a:rPr lang="en-US" smtClean="0"/>
              <a:pPr/>
              <a:t>5/15/2025</a:t>
            </a:fld>
            <a:endParaRPr lang="en-US" dirty="0"/>
          </a:p>
        </p:txBody>
      </p:sp>
      <p:sp>
        <p:nvSpPr>
          <p:cNvPr id="5" name="Footer Placeholder 4"/>
          <p:cNvSpPr>
            <a:spLocks noGrp="1"/>
          </p:cNvSpPr>
          <p:nvPr>
            <p:ph type="ftr" sz="quarter" idx="11"/>
          </p:nvPr>
        </p:nvSpPr>
        <p:spPr>
          <a:xfrm>
            <a:off x="2814636" y="8115302"/>
            <a:ext cx="7687329" cy="547688"/>
          </a:xfrm>
        </p:spPr>
        <p:txBody>
          <a:bodyPr/>
          <a:lstStyle/>
          <a:p>
            <a:endParaRPr lang="en-US" dirty="0"/>
          </a:p>
        </p:txBody>
      </p:sp>
      <p:sp>
        <p:nvSpPr>
          <p:cNvPr id="6" name="Slide Number Placeholder 5"/>
          <p:cNvSpPr>
            <a:spLocks noGrp="1"/>
          </p:cNvSpPr>
          <p:nvPr>
            <p:ph type="sldNum" sz="quarter" idx="12"/>
          </p:nvPr>
        </p:nvSpPr>
        <p:spPr>
          <a:xfrm>
            <a:off x="14845367" y="8115299"/>
            <a:ext cx="1156634" cy="547688"/>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646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040510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712117" y="2128840"/>
            <a:ext cx="14859000" cy="4279106"/>
          </a:xfrm>
        </p:spPr>
        <p:txBody>
          <a:bodyPr anchor="b">
            <a:normAutofit/>
          </a:bodyPr>
          <a:lstStyle>
            <a:lvl1pPr>
              <a:defRPr sz="5400"/>
            </a:lvl1pPr>
          </a:lstStyle>
          <a:p>
            <a:r>
              <a:rPr lang="en-US"/>
              <a:t>Click to edit Master title style</a:t>
            </a:r>
            <a:endParaRPr lang="en-US" dirty="0"/>
          </a:p>
        </p:txBody>
      </p:sp>
      <p:sp>
        <p:nvSpPr>
          <p:cNvPr id="3" name="Text Placeholder 2"/>
          <p:cNvSpPr>
            <a:spLocks noGrp="1"/>
          </p:cNvSpPr>
          <p:nvPr>
            <p:ph type="body" idx="1"/>
          </p:nvPr>
        </p:nvSpPr>
        <p:spPr>
          <a:xfrm>
            <a:off x="1712117" y="6636543"/>
            <a:ext cx="14859000" cy="2062164"/>
          </a:xfrm>
        </p:spPr>
        <p:txBody>
          <a:bodyPr>
            <a:normAutofit/>
          </a:bodyPr>
          <a:lstStyle>
            <a:lvl1pPr marL="0" indent="0">
              <a:buNone/>
              <a:defRPr sz="2700" cap="all" baseline="0">
                <a:solidFill>
                  <a:schemeClr val="tx1">
                    <a:tint val="75000"/>
                  </a:schemeClr>
                </a:solidFill>
              </a:defRPr>
            </a:lvl1pPr>
            <a:lvl2pPr marL="685800" indent="0">
              <a:buNone/>
              <a:defRPr sz="27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7978106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712116" y="3374229"/>
            <a:ext cx="7317584" cy="53125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9258301" y="3374229"/>
            <a:ext cx="7312817" cy="53125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425334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712117" y="928690"/>
            <a:ext cx="14859000" cy="2216942"/>
          </a:xfrm>
        </p:spPr>
        <p:txBody>
          <a:bodyPr/>
          <a:lstStyle/>
          <a:p>
            <a:r>
              <a:rPr lang="en-US"/>
              <a:t>Click to edit Master title style</a:t>
            </a:r>
            <a:endParaRPr lang="en-US" dirty="0"/>
          </a:p>
        </p:txBody>
      </p:sp>
      <p:sp>
        <p:nvSpPr>
          <p:cNvPr id="3" name="Text Placeholder 2"/>
          <p:cNvSpPr>
            <a:spLocks noGrp="1"/>
          </p:cNvSpPr>
          <p:nvPr>
            <p:ph type="body" idx="1"/>
          </p:nvPr>
        </p:nvSpPr>
        <p:spPr>
          <a:xfrm>
            <a:off x="2055029" y="3374229"/>
            <a:ext cx="6974675" cy="1235868"/>
          </a:xfrm>
        </p:spPr>
        <p:txBody>
          <a:bodyPr anchor="b"/>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712116" y="4610096"/>
            <a:ext cx="7317587" cy="40767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9601212" y="3374228"/>
            <a:ext cx="6969903" cy="1235868"/>
          </a:xfrm>
        </p:spPr>
        <p:txBody>
          <a:bodyPr anchor="b"/>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258300" y="4610096"/>
            <a:ext cx="7312815" cy="407670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8250293"/>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1581121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593767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20058" y="914402"/>
            <a:ext cx="5784056" cy="2459826"/>
          </a:xfrm>
        </p:spPr>
        <p:txBody>
          <a:bodyPr anchor="b"/>
          <a:lstStyle>
            <a:lvl1pPr>
              <a:defRPr sz="4800"/>
            </a:lvl1pPr>
          </a:lstStyle>
          <a:p>
            <a:r>
              <a:rPr lang="en-US"/>
              <a:t>Click to edit Master title style</a:t>
            </a:r>
            <a:endParaRPr lang="en-US" dirty="0"/>
          </a:p>
        </p:txBody>
      </p:sp>
      <p:sp>
        <p:nvSpPr>
          <p:cNvPr id="3" name="Content Placeholder 2"/>
          <p:cNvSpPr>
            <a:spLocks noGrp="1"/>
          </p:cNvSpPr>
          <p:nvPr>
            <p:ph idx="1"/>
          </p:nvPr>
        </p:nvSpPr>
        <p:spPr>
          <a:xfrm>
            <a:off x="7734301" y="888999"/>
            <a:ext cx="8836814" cy="7797801"/>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720058" y="3374229"/>
            <a:ext cx="5784056" cy="5312571"/>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360148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12120" y="914400"/>
            <a:ext cx="8901762" cy="2459829"/>
          </a:xfrm>
        </p:spPr>
        <p:txBody>
          <a:bodyPr anchor="b"/>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071082" y="914402"/>
            <a:ext cx="5500035" cy="77723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r>
              <a:rPr lang="en-US"/>
              <a:t>Click icon to add picture</a:t>
            </a:r>
            <a:endParaRPr lang="en-US" dirty="0"/>
          </a:p>
        </p:txBody>
      </p:sp>
      <p:sp>
        <p:nvSpPr>
          <p:cNvPr id="4" name="Text Placeholder 3"/>
          <p:cNvSpPr>
            <a:spLocks noGrp="1"/>
          </p:cNvSpPr>
          <p:nvPr>
            <p:ph type="body" sz="half" idx="2"/>
          </p:nvPr>
        </p:nvSpPr>
        <p:spPr>
          <a:xfrm>
            <a:off x="1712116" y="3374229"/>
            <a:ext cx="8901767" cy="5312571"/>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16686783"/>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12116" y="6456997"/>
            <a:ext cx="14868533" cy="1229033"/>
          </a:xfrm>
        </p:spPr>
        <p:txBody>
          <a:bodyPr anchor="b">
            <a:normAutofit/>
          </a:bodyPr>
          <a:lstStyle>
            <a:lvl1pPr>
              <a:defRPr sz="4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712117" y="909639"/>
            <a:ext cx="14868531" cy="4949667"/>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48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712047" y="7686030"/>
            <a:ext cx="14866289" cy="1023708"/>
          </a:xfrm>
        </p:spPr>
        <p:txBody>
          <a:bodyPr>
            <a:normAutofit/>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9189892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712185" y="914400"/>
            <a:ext cx="14858933" cy="5143500"/>
          </a:xfrm>
        </p:spPr>
        <p:txBody>
          <a:bodyPr anchor="ctr">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1712116" y="6629399"/>
            <a:ext cx="14856689" cy="2057399"/>
          </a:xfrm>
        </p:spPr>
        <p:txBody>
          <a:bodyPr anchor="ctr">
            <a:normAutofit/>
          </a:bodyPr>
          <a:lstStyle>
            <a:lvl1pPr marL="0" indent="0">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3020677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169318" y="914399"/>
            <a:ext cx="13954128" cy="4122644"/>
          </a:xfrm>
        </p:spPr>
        <p:txBody>
          <a:bodyPr anchor="ctr">
            <a:normAutofit/>
          </a:bodyPr>
          <a:lstStyle>
            <a:lvl1pPr>
              <a:defRPr sz="5400"/>
            </a:lvl1pPr>
          </a:lstStyle>
          <a:p>
            <a:r>
              <a:rPr lang="en-US"/>
              <a:t>Click to edit Master title style</a:t>
            </a:r>
            <a:endParaRPr lang="en-US" dirty="0"/>
          </a:p>
        </p:txBody>
      </p:sp>
      <p:sp>
        <p:nvSpPr>
          <p:cNvPr id="12" name="Text Placeholder 3"/>
          <p:cNvSpPr>
            <a:spLocks noGrp="1"/>
          </p:cNvSpPr>
          <p:nvPr>
            <p:ph type="body" sz="half" idx="13"/>
          </p:nvPr>
        </p:nvSpPr>
        <p:spPr>
          <a:xfrm>
            <a:off x="2580967" y="5048336"/>
            <a:ext cx="13128449" cy="823452"/>
          </a:xfrm>
        </p:spPr>
        <p:txBody>
          <a:bodyPr anchor="t">
            <a:normAutofit/>
          </a:bodyPr>
          <a:lstStyle>
            <a:lvl1pPr marL="0" indent="0">
              <a:buNone/>
              <a:defRPr sz="21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4" name="Text Placeholder 3"/>
          <p:cNvSpPr>
            <a:spLocks noGrp="1"/>
          </p:cNvSpPr>
          <p:nvPr>
            <p:ph type="body" sz="half" idx="2"/>
          </p:nvPr>
        </p:nvSpPr>
        <p:spPr>
          <a:xfrm>
            <a:off x="1712117" y="6464879"/>
            <a:ext cx="14859003" cy="2234244"/>
          </a:xfrm>
        </p:spPr>
        <p:txBody>
          <a:bodyPr anchor="ctr">
            <a:normAutofit/>
          </a:bodyPr>
          <a:lstStyle>
            <a:lvl1pPr marL="0" indent="0">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60" name="TextBox 59"/>
          <p:cNvSpPr txBox="1"/>
          <p:nvPr/>
        </p:nvSpPr>
        <p:spPr>
          <a:xfrm>
            <a:off x="1355268" y="1098591"/>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dirty="0">
                <a:solidFill>
                  <a:schemeClr val="tx1"/>
                </a:solidFill>
                <a:effectLst/>
              </a:rPr>
              <a:t>“</a:t>
            </a:r>
          </a:p>
        </p:txBody>
      </p:sp>
      <p:sp>
        <p:nvSpPr>
          <p:cNvPr id="61" name="TextBox 60"/>
          <p:cNvSpPr txBox="1"/>
          <p:nvPr/>
        </p:nvSpPr>
        <p:spPr>
          <a:xfrm>
            <a:off x="15806055" y="4147458"/>
            <a:ext cx="914400" cy="877164"/>
          </a:xfrm>
          <a:prstGeom prst="rect">
            <a:avLst/>
          </a:prstGeom>
        </p:spPr>
        <p:txBody>
          <a:bodyPr vert="horz" lIns="137160" tIns="68580" rIns="137160" bIns="6858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12000" dirty="0">
                <a:solidFill>
                  <a:schemeClr val="tx1"/>
                </a:solidFill>
                <a:effectLst/>
              </a:rPr>
              <a:t>”</a:t>
            </a:r>
          </a:p>
        </p:txBody>
      </p:sp>
    </p:spTree>
    <p:extLst>
      <p:ext uri="{BB962C8B-B14F-4D97-AF65-F5344CB8AC3E}">
        <p14:creationId xmlns:p14="http://schemas.microsoft.com/office/powerpoint/2010/main" val="3478423971"/>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712116" y="3201062"/>
            <a:ext cx="14859002" cy="3767753"/>
          </a:xfrm>
        </p:spPr>
        <p:txBody>
          <a:bodyPr anchor="b">
            <a:normAutofit/>
          </a:bodyPr>
          <a:lstStyle>
            <a:lvl1pPr>
              <a:defRPr sz="5400"/>
            </a:lvl1pPr>
          </a:lstStyle>
          <a:p>
            <a:r>
              <a:rPr lang="en-US"/>
              <a:t>Click to edit Master title style</a:t>
            </a:r>
            <a:endParaRPr lang="en-US" dirty="0"/>
          </a:p>
        </p:txBody>
      </p:sp>
      <p:sp>
        <p:nvSpPr>
          <p:cNvPr id="4" name="Text Placeholder 3"/>
          <p:cNvSpPr>
            <a:spLocks noGrp="1"/>
          </p:cNvSpPr>
          <p:nvPr>
            <p:ph type="body" sz="half" idx="2"/>
          </p:nvPr>
        </p:nvSpPr>
        <p:spPr>
          <a:xfrm>
            <a:off x="1712047" y="6986483"/>
            <a:ext cx="14856758" cy="1710966"/>
          </a:xfrm>
        </p:spPr>
        <p:txBody>
          <a:bodyPr anchor="t">
            <a:normAutofit/>
          </a:bodyPr>
          <a:lstStyle>
            <a:lvl1pPr marL="0" indent="0">
              <a:buNone/>
              <a:defRPr sz="27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64884823"/>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712120" y="914400"/>
            <a:ext cx="14858997" cy="28575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712116" y="4011695"/>
            <a:ext cx="4795349" cy="1028700"/>
          </a:xfrm>
        </p:spPr>
        <p:txBody>
          <a:bodyPr anchor="b">
            <a:noAutofit/>
          </a:bodyPr>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8" name="Text Placeholder 3"/>
          <p:cNvSpPr>
            <a:spLocks noGrp="1"/>
          </p:cNvSpPr>
          <p:nvPr>
            <p:ph type="body" sz="half" idx="15"/>
          </p:nvPr>
        </p:nvSpPr>
        <p:spPr>
          <a:xfrm>
            <a:off x="1691878" y="5040395"/>
            <a:ext cx="4813103" cy="3646404"/>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9" name="Text Placeholder 4"/>
          <p:cNvSpPr>
            <a:spLocks noGrp="1"/>
          </p:cNvSpPr>
          <p:nvPr>
            <p:ph type="body" sz="quarter" idx="3"/>
          </p:nvPr>
        </p:nvSpPr>
        <p:spPr>
          <a:xfrm>
            <a:off x="6772150" y="4016453"/>
            <a:ext cx="4776578" cy="1028700"/>
          </a:xfrm>
        </p:spPr>
        <p:txBody>
          <a:bodyPr anchor="b">
            <a:noAutofit/>
          </a:bodyPr>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10" name="Text Placeholder 3"/>
          <p:cNvSpPr>
            <a:spLocks noGrp="1"/>
          </p:cNvSpPr>
          <p:nvPr>
            <p:ph type="body" sz="half" idx="16"/>
          </p:nvPr>
        </p:nvSpPr>
        <p:spPr>
          <a:xfrm>
            <a:off x="6756320" y="5045153"/>
            <a:ext cx="4793745" cy="3646404"/>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11" name="Text Placeholder 4"/>
          <p:cNvSpPr>
            <a:spLocks noGrp="1"/>
          </p:cNvSpPr>
          <p:nvPr>
            <p:ph type="body" sz="quarter" idx="13"/>
          </p:nvPr>
        </p:nvSpPr>
        <p:spPr>
          <a:xfrm>
            <a:off x="11778663" y="4011695"/>
            <a:ext cx="4792452" cy="1028700"/>
          </a:xfrm>
        </p:spPr>
        <p:txBody>
          <a:bodyPr anchor="b">
            <a:noAutofit/>
          </a:bodyPr>
          <a:lstStyle>
            <a:lvl1pPr marL="0" indent="0">
              <a:lnSpc>
                <a:spcPct val="90000"/>
              </a:lnSpc>
              <a:buNone/>
              <a:defRPr sz="36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12" name="Text Placeholder 3"/>
          <p:cNvSpPr>
            <a:spLocks noGrp="1"/>
          </p:cNvSpPr>
          <p:nvPr>
            <p:ph type="body" sz="half" idx="17"/>
          </p:nvPr>
        </p:nvSpPr>
        <p:spPr>
          <a:xfrm>
            <a:off x="11778663" y="5040395"/>
            <a:ext cx="4792452" cy="3646404"/>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1869583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712117" y="914400"/>
            <a:ext cx="14858999" cy="28575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712120" y="6606894"/>
            <a:ext cx="4792860" cy="864393"/>
          </a:xfrm>
        </p:spPr>
        <p:txBody>
          <a:bodyPr anchor="b">
            <a:noAutofit/>
          </a:bodyPr>
          <a:lstStyle>
            <a:lvl1pPr marL="0" indent="0">
              <a:lnSpc>
                <a:spcPct val="90000"/>
              </a:lnSpc>
              <a:buNone/>
              <a:defRPr sz="30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0" name="Picture Placeholder 2"/>
          <p:cNvSpPr>
            <a:spLocks noGrp="1" noChangeAspect="1"/>
          </p:cNvSpPr>
          <p:nvPr>
            <p:ph type="pic" idx="15"/>
          </p:nvPr>
        </p:nvSpPr>
        <p:spPr>
          <a:xfrm>
            <a:off x="1712120" y="4000497"/>
            <a:ext cx="4792860" cy="2286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712120" y="7471288"/>
            <a:ext cx="4792860" cy="1226765"/>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22" name="Text Placeholder 4"/>
          <p:cNvSpPr>
            <a:spLocks noGrp="1"/>
          </p:cNvSpPr>
          <p:nvPr>
            <p:ph type="body" sz="quarter" idx="3"/>
          </p:nvPr>
        </p:nvSpPr>
        <p:spPr>
          <a:xfrm>
            <a:off x="6733580" y="6606894"/>
            <a:ext cx="4800600" cy="864393"/>
          </a:xfrm>
        </p:spPr>
        <p:txBody>
          <a:bodyPr anchor="b">
            <a:noAutofit/>
          </a:bodyPr>
          <a:lstStyle>
            <a:lvl1pPr marL="0" indent="0">
              <a:lnSpc>
                <a:spcPct val="90000"/>
              </a:lnSpc>
              <a:buNone/>
              <a:defRPr sz="30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3" name="Picture Placeholder 2"/>
          <p:cNvSpPr>
            <a:spLocks noGrp="1" noChangeAspect="1"/>
          </p:cNvSpPr>
          <p:nvPr>
            <p:ph type="pic" idx="21"/>
          </p:nvPr>
        </p:nvSpPr>
        <p:spPr>
          <a:xfrm>
            <a:off x="6733580" y="4000497"/>
            <a:ext cx="4798410" cy="2286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6731390" y="7471286"/>
            <a:ext cx="4800600" cy="1215513"/>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25" name="Text Placeholder 4"/>
          <p:cNvSpPr>
            <a:spLocks noGrp="1"/>
          </p:cNvSpPr>
          <p:nvPr>
            <p:ph type="body" sz="quarter" idx="13"/>
          </p:nvPr>
        </p:nvSpPr>
        <p:spPr>
          <a:xfrm>
            <a:off x="11778851" y="6606893"/>
            <a:ext cx="4786112" cy="864393"/>
          </a:xfrm>
        </p:spPr>
        <p:txBody>
          <a:bodyPr anchor="b">
            <a:noAutofit/>
          </a:bodyPr>
          <a:lstStyle>
            <a:lvl1pPr marL="0" indent="0">
              <a:lnSpc>
                <a:spcPct val="90000"/>
              </a:lnSpc>
              <a:buNone/>
              <a:defRPr sz="3000" b="0" cap="all" baseline="0">
                <a:solidFill>
                  <a:schemeClr val="tx1"/>
                </a:solidFill>
              </a:defRPr>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26" name="Picture Placeholder 2"/>
          <p:cNvSpPr>
            <a:spLocks noGrp="1" noChangeAspect="1"/>
          </p:cNvSpPr>
          <p:nvPr>
            <p:ph type="pic" idx="22"/>
          </p:nvPr>
        </p:nvSpPr>
        <p:spPr>
          <a:xfrm>
            <a:off x="11778664" y="4000497"/>
            <a:ext cx="4792454" cy="2286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11778663" y="7471281"/>
            <a:ext cx="4792452" cy="1215518"/>
          </a:xfrm>
        </p:spPr>
        <p:txBody>
          <a:bodyPr anchor="t">
            <a:normAutofit/>
          </a:bodyPr>
          <a:lstStyle>
            <a:lvl1pPr marL="0" indent="0">
              <a:buNone/>
              <a:defRPr sz="2100"/>
            </a:lvl1pPr>
            <a:lvl2pPr marL="685800" indent="0">
              <a:buNone/>
              <a:defRPr sz="1800"/>
            </a:lvl2pPr>
            <a:lvl3pPr marL="1371600" indent="0">
              <a:buNone/>
              <a:defRPr sz="1500"/>
            </a:lvl3pPr>
            <a:lvl4pPr marL="2057400" indent="0">
              <a:buNone/>
              <a:defRPr sz="1350"/>
            </a:lvl4pPr>
            <a:lvl5pPr marL="2743200" indent="0">
              <a:buNone/>
              <a:defRPr sz="1350"/>
            </a:lvl5pPr>
            <a:lvl6pPr marL="3429000" indent="0">
              <a:buNone/>
              <a:defRPr sz="1350"/>
            </a:lvl6pPr>
            <a:lvl7pPr marL="4114800" indent="0">
              <a:buNone/>
              <a:defRPr sz="1350"/>
            </a:lvl7pPr>
            <a:lvl8pPr marL="4800600" indent="0">
              <a:buNone/>
              <a:defRPr sz="1350"/>
            </a:lvl8pPr>
            <a:lvl9pPr marL="5486400" indent="0">
              <a:buNone/>
              <a:defRPr sz="135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853233375"/>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314473755"/>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563601" y="914399"/>
            <a:ext cx="3007517" cy="7772402"/>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712115" y="914399"/>
            <a:ext cx="11622885" cy="77724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5/15/2025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034882279"/>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1" y="-1"/>
            <a:ext cx="18288005" cy="10287002"/>
          </a:xfrm>
          <a:prstGeom prst="rect">
            <a:avLst/>
          </a:prstGeom>
          <a:noFill/>
          <a:extLst>
            <a:ext uri="{909E8E84-426E-40dd-AFC4-6F175D3DCCD1}">
              <a14:hiddenFill xmlns="" xmlns:a14="http://schemas.microsoft.com/office/drawing/2010/main">
                <a:solidFill>
                  <a:srgbClr val="FFFFFF"/>
                </a:solidFill>
              </a14:hiddenFill>
            </a:ext>
          </a:extLst>
        </p:spPr>
      </p:pic>
      <p:grpSp>
        <p:nvGrpSpPr>
          <p:cNvPr id="8" name="Group 7"/>
          <p:cNvGrpSpPr/>
          <p:nvPr/>
        </p:nvGrpSpPr>
        <p:grpSpPr>
          <a:xfrm>
            <a:off x="-21432" y="1"/>
            <a:ext cx="18080832" cy="10287002"/>
            <a:chOff x="-14288" y="0"/>
            <a:chExt cx="12053888" cy="6858001"/>
          </a:xfrm>
        </p:grpSpPr>
        <p:grpSp>
          <p:nvGrpSpPr>
            <p:cNvPr id="9" name="Group 8"/>
            <p:cNvGrpSpPr/>
            <p:nvPr/>
          </p:nvGrpSpPr>
          <p:grpSpPr>
            <a:xfrm>
              <a:off x="-14288" y="0"/>
              <a:ext cx="1220788" cy="6858001"/>
              <a:chOff x="-14288" y="0"/>
              <a:chExt cx="1220788" cy="6858001"/>
            </a:xfrm>
            <a:gradFill flip="none" rotWithShape="1">
              <a:gsLst>
                <a:gs pos="0">
                  <a:schemeClr val="tx2"/>
                </a:gs>
                <a:gs pos="100000">
                  <a:schemeClr val="bg2">
                    <a:lumMod val="60000"/>
                    <a:lumOff val="40000"/>
                  </a:schemeClr>
                </a:gs>
              </a:gsLst>
              <a:lin ang="5400000" scaled="0"/>
              <a:tileRect/>
            </a:grad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adFill flip="none" rotWithShape="1">
              <a:gsLst>
                <a:gs pos="0">
                  <a:schemeClr val="tx2">
                    <a:alpha val="80000"/>
                  </a:schemeClr>
                </a:gs>
                <a:gs pos="100000">
                  <a:schemeClr val="bg2">
                    <a:lumMod val="60000"/>
                    <a:lumOff val="40000"/>
                    <a:alpha val="60000"/>
                  </a:schemeClr>
                </a:gs>
              </a:gsLst>
              <a:lin ang="5400000" scaled="0"/>
              <a:tileRect/>
            </a:grad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 xmlns:a14="http://schemas.microsoft.com/office/drawing/2010/main"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 xmlns:a14="http://schemas.microsoft.com/office/drawing/2010/main" w="9525">
                    <a:solidFill>
                      <a:srgbClr val="000000"/>
                    </a:solidFill>
                    <a:miter lim="800000"/>
                    <a:headEnd/>
                    <a:tailEnd/>
                  </a14:hiddenLine>
                </a:ext>
              </a:extLst>
            </p:spPr>
          </p:sp>
        </p:grpSp>
      </p:grpSp>
      <p:sp>
        <p:nvSpPr>
          <p:cNvPr id="2" name="Title Placeholder 1"/>
          <p:cNvSpPr>
            <a:spLocks noGrp="1"/>
          </p:cNvSpPr>
          <p:nvPr>
            <p:ph type="title"/>
          </p:nvPr>
        </p:nvSpPr>
        <p:spPr>
          <a:xfrm>
            <a:off x="1712120" y="927777"/>
            <a:ext cx="14858997" cy="2217855"/>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712119" y="3374230"/>
            <a:ext cx="14858999" cy="531257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1185382" y="8824915"/>
            <a:ext cx="4114800" cy="547688"/>
          </a:xfrm>
          <a:prstGeom prst="rect">
            <a:avLst/>
          </a:prstGeom>
        </p:spPr>
        <p:txBody>
          <a:bodyPr vert="horz" lIns="91440" tIns="45720" rIns="91440" bIns="45720" rtlCol="0" anchor="ctr"/>
          <a:lstStyle>
            <a:lvl1pPr algn="r">
              <a:defRPr sz="1575">
                <a:solidFill>
                  <a:schemeClr val="tx1">
                    <a:tint val="75000"/>
                  </a:schemeClr>
                </a:solidFill>
              </a:defRPr>
            </a:lvl1pPr>
          </a:lstStyle>
          <a:p>
            <a:fld id="{B61BEF0D-F0BB-DE4B-95CE-6DB70DBA9567}" type="datetimeFigureOut">
              <a:rPr lang="en-US" smtClean="0"/>
              <a:pPr/>
              <a:t>5/15/2025</a:t>
            </a:fld>
            <a:endParaRPr lang="en-US" dirty="0"/>
          </a:p>
        </p:txBody>
      </p:sp>
      <p:sp>
        <p:nvSpPr>
          <p:cNvPr id="5" name="Footer Placeholder 4"/>
          <p:cNvSpPr>
            <a:spLocks noGrp="1"/>
          </p:cNvSpPr>
          <p:nvPr>
            <p:ph type="ftr" sz="quarter" idx="3"/>
          </p:nvPr>
        </p:nvSpPr>
        <p:spPr>
          <a:xfrm>
            <a:off x="1712117" y="8824913"/>
            <a:ext cx="9358964" cy="547688"/>
          </a:xfrm>
          <a:prstGeom prst="rect">
            <a:avLst/>
          </a:prstGeom>
        </p:spPr>
        <p:txBody>
          <a:bodyPr vert="horz" lIns="91440" tIns="45720" rIns="91440" bIns="45720" rtlCol="0" anchor="ctr"/>
          <a:lstStyle>
            <a:lvl1pPr algn="l">
              <a:defRPr sz="1575" cap="all" baseline="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5414482" y="8824912"/>
            <a:ext cx="1156634" cy="547688"/>
          </a:xfrm>
          <a:prstGeom prst="rect">
            <a:avLst/>
          </a:prstGeom>
        </p:spPr>
        <p:txBody>
          <a:bodyPr vert="horz" lIns="91440" tIns="45720" rIns="91440" bIns="45720" rtlCol="0" anchor="ctr"/>
          <a:lstStyle>
            <a:lvl1pPr algn="r">
              <a:defRPr sz="1575">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78795929"/>
      </p:ext>
    </p:extLst>
  </p:cSld>
  <p:clrMap bg1="dk1" tx1="lt1" bg2="dk2" tx2="lt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 id="2147483710" r:id="rId16"/>
    <p:sldLayoutId id="2147483711" r:id="rId17"/>
  </p:sldLayoutIdLst>
  <p:hf sldNum="0" hdr="0" ftr="0" dt="0"/>
  <p:txStyles>
    <p:titleStyle>
      <a:lvl1pPr algn="l" defTabSz="1371600" rtl="0" eaLnBrk="1" latinLnBrk="0" hangingPunct="1">
        <a:lnSpc>
          <a:spcPct val="90000"/>
        </a:lnSpc>
        <a:spcBef>
          <a:spcPct val="0"/>
        </a:spcBef>
        <a:buNone/>
        <a:defRPr sz="5400" kern="1200" cap="all" baseline="0">
          <a:solidFill>
            <a:schemeClr val="tx1"/>
          </a:solidFill>
          <a:effectLst>
            <a:outerShdw blurRad="177800" dist="38100" dir="2700000" algn="tl">
              <a:srgbClr val="000000">
                <a:alpha val="24000"/>
              </a:srgbClr>
            </a:outerShdw>
          </a:effectLst>
          <a:latin typeface="+mj-lt"/>
          <a:ea typeface="+mj-ea"/>
          <a:cs typeface="+mj-cs"/>
        </a:defRPr>
      </a:lvl1pPr>
    </p:titleStyle>
    <p:bodyStyle>
      <a:lvl1pPr marL="342900" indent="-342900" algn="l" defTabSz="1371600" rtl="0" eaLnBrk="1" latinLnBrk="0" hangingPunct="1">
        <a:lnSpc>
          <a:spcPct val="120000"/>
        </a:lnSpc>
        <a:spcBef>
          <a:spcPts val="1500"/>
        </a:spcBef>
        <a:buSzPct val="125000"/>
        <a:buFont typeface="Arial" panose="020B0604020202020204" pitchFamily="34" charset="0"/>
        <a:buChar char="•"/>
        <a:defRPr sz="3600" kern="1200">
          <a:solidFill>
            <a:schemeClr val="tx1"/>
          </a:solidFill>
          <a:effectLst>
            <a:outerShdw blurRad="152400" dist="38100" dir="2700000" algn="tl">
              <a:srgbClr val="000000">
                <a:alpha val="36000"/>
              </a:srgbClr>
            </a:outerShdw>
          </a:effectLst>
          <a:latin typeface="+mn-lt"/>
          <a:ea typeface="+mn-ea"/>
          <a:cs typeface="+mn-cs"/>
        </a:defRPr>
      </a:lvl1pPr>
      <a:lvl2pPr marL="1028700" indent="-342900" algn="l" defTabSz="1371600" rtl="0" eaLnBrk="1" latinLnBrk="0" hangingPunct="1">
        <a:lnSpc>
          <a:spcPct val="120000"/>
        </a:lnSpc>
        <a:spcBef>
          <a:spcPts val="750"/>
        </a:spcBef>
        <a:buSzPct val="125000"/>
        <a:buFont typeface="Arial" panose="020B0604020202020204" pitchFamily="34" charset="0"/>
        <a:buChar char="•"/>
        <a:defRPr sz="3000" kern="1200">
          <a:solidFill>
            <a:schemeClr val="tx1"/>
          </a:solidFill>
          <a:effectLst>
            <a:outerShdw blurRad="152400" dist="38100" dir="2700000" algn="tl">
              <a:srgbClr val="000000">
                <a:alpha val="36000"/>
              </a:srgbClr>
            </a:outerShdw>
          </a:effectLst>
          <a:latin typeface="+mn-lt"/>
          <a:ea typeface="+mn-ea"/>
          <a:cs typeface="+mn-cs"/>
        </a:defRPr>
      </a:lvl2pPr>
      <a:lvl3pPr marL="1714500" indent="-342900" algn="l" defTabSz="1371600" rtl="0" eaLnBrk="1" latinLnBrk="0" hangingPunct="1">
        <a:lnSpc>
          <a:spcPct val="120000"/>
        </a:lnSpc>
        <a:spcBef>
          <a:spcPts val="750"/>
        </a:spcBef>
        <a:buSzPct val="125000"/>
        <a:buFont typeface="Arial" panose="020B0604020202020204" pitchFamily="34" charset="0"/>
        <a:buChar char="•"/>
        <a:defRPr sz="2700" kern="1200">
          <a:solidFill>
            <a:schemeClr val="tx1"/>
          </a:solidFill>
          <a:effectLst>
            <a:outerShdw blurRad="152400" dist="38100" dir="2700000" algn="tl">
              <a:srgbClr val="000000">
                <a:alpha val="36000"/>
              </a:srgbClr>
            </a:outerShdw>
          </a:effectLst>
          <a:latin typeface="+mn-lt"/>
          <a:ea typeface="+mn-ea"/>
          <a:cs typeface="+mn-cs"/>
        </a:defRPr>
      </a:lvl3pPr>
      <a:lvl4pPr marL="2400300" indent="-342900" algn="l" defTabSz="1371600" rtl="0" eaLnBrk="1" latinLnBrk="0" hangingPunct="1">
        <a:lnSpc>
          <a:spcPct val="120000"/>
        </a:lnSpc>
        <a:spcBef>
          <a:spcPts val="750"/>
        </a:spcBef>
        <a:buSzPct val="125000"/>
        <a:buFont typeface="Arial" panose="020B0604020202020204" pitchFamily="34" charset="0"/>
        <a:buChar char="•"/>
        <a:defRPr sz="2400" kern="1200">
          <a:solidFill>
            <a:schemeClr val="tx1"/>
          </a:solidFill>
          <a:effectLst>
            <a:outerShdw blurRad="152400" dist="38100" dir="2700000" algn="tl">
              <a:srgbClr val="000000">
                <a:alpha val="36000"/>
              </a:srgbClr>
            </a:outerShdw>
          </a:effectLst>
          <a:latin typeface="+mn-lt"/>
          <a:ea typeface="+mn-ea"/>
          <a:cs typeface="+mn-cs"/>
        </a:defRPr>
      </a:lvl4pPr>
      <a:lvl5pPr marL="3086100" indent="-342900" algn="l" defTabSz="1371600" rtl="0" eaLnBrk="1" latinLnBrk="0" hangingPunct="1">
        <a:lnSpc>
          <a:spcPct val="120000"/>
        </a:lnSpc>
        <a:spcBef>
          <a:spcPts val="750"/>
        </a:spcBef>
        <a:buSzPct val="125000"/>
        <a:buFont typeface="Arial" panose="020B0604020202020204" pitchFamily="34" charset="0"/>
        <a:buChar char="•"/>
        <a:defRPr sz="2400" kern="1200">
          <a:solidFill>
            <a:schemeClr val="tx1"/>
          </a:solidFill>
          <a:effectLst>
            <a:outerShdw blurRad="152400" dist="38100" dir="2700000" algn="tl">
              <a:srgbClr val="000000">
                <a:alpha val="36000"/>
              </a:srgbClr>
            </a:outerShdw>
          </a:effectLst>
          <a:latin typeface="+mn-lt"/>
          <a:ea typeface="+mn-ea"/>
          <a:cs typeface="+mn-cs"/>
        </a:defRPr>
      </a:lvl5pPr>
      <a:lvl6pPr marL="37719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6pPr>
      <a:lvl7pPr marL="44577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7pPr>
      <a:lvl8pPr marL="51435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8pPr>
      <a:lvl9pPr marL="5829300" indent="-342900" algn="l" defTabSz="1371600" rtl="0" eaLnBrk="1" latinLnBrk="0" hangingPunct="1">
        <a:lnSpc>
          <a:spcPct val="120000"/>
        </a:lnSpc>
        <a:spcBef>
          <a:spcPts val="750"/>
        </a:spcBef>
        <a:buSzPct val="125000"/>
        <a:buFont typeface="Arial" panose="020B0604020202020204" pitchFamily="34" charset="0"/>
        <a:buChar char="•"/>
        <a:defRPr sz="21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458"/>
        <p:cNvGrpSpPr/>
        <p:nvPr/>
      </p:nvGrpSpPr>
      <p:grpSpPr>
        <a:xfrm>
          <a:off x="0" y="0"/>
          <a:ext cx="0" cy="0"/>
          <a:chOff x="0" y="0"/>
          <a:chExt cx="0" cy="0"/>
        </a:xfrm>
      </p:grpSpPr>
      <p:sp>
        <p:nvSpPr>
          <p:cNvPr id="30" name="Rectangle: Rounded Corners 29">
            <a:extLst>
              <a:ext uri="{FF2B5EF4-FFF2-40B4-BE49-F238E27FC236}">
                <a16:creationId xmlns:a16="http://schemas.microsoft.com/office/drawing/2014/main" id="{22286CF1-9595-2A86-7474-25D25CC9BDAA}"/>
              </a:ext>
            </a:extLst>
          </p:cNvPr>
          <p:cNvSpPr/>
          <p:nvPr/>
        </p:nvSpPr>
        <p:spPr>
          <a:xfrm>
            <a:off x="10609757" y="1070722"/>
            <a:ext cx="7260760" cy="6672856"/>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7" name="Group 36">
            <a:extLst>
              <a:ext uri="{FF2B5EF4-FFF2-40B4-BE49-F238E27FC236}">
                <a16:creationId xmlns:a16="http://schemas.microsoft.com/office/drawing/2014/main" id="{2FB6FB37-57B8-7EE5-D9B1-C997DD8CB6C7}"/>
              </a:ext>
            </a:extLst>
          </p:cNvPr>
          <p:cNvGrpSpPr/>
          <p:nvPr/>
        </p:nvGrpSpPr>
        <p:grpSpPr>
          <a:xfrm>
            <a:off x="16648404" y="1188475"/>
            <a:ext cx="1045236" cy="247209"/>
            <a:chOff x="16511244" y="712189"/>
            <a:chExt cx="1045236" cy="240311"/>
          </a:xfrm>
        </p:grpSpPr>
        <p:sp>
          <p:nvSpPr>
            <p:cNvPr id="34" name="Oval 33">
              <a:extLst>
                <a:ext uri="{FF2B5EF4-FFF2-40B4-BE49-F238E27FC236}">
                  <a16:creationId xmlns:a16="http://schemas.microsoft.com/office/drawing/2014/main" id="{031ECCAB-5BA1-2841-1B82-60C99F72DE23}"/>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Oval 34">
              <a:extLst>
                <a:ext uri="{FF2B5EF4-FFF2-40B4-BE49-F238E27FC236}">
                  <a16:creationId xmlns:a16="http://schemas.microsoft.com/office/drawing/2014/main" id="{5FEE7B5A-FBE4-3FAA-DE9F-15B8F46D0DED}"/>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Oval 35">
              <a:extLst>
                <a:ext uri="{FF2B5EF4-FFF2-40B4-BE49-F238E27FC236}">
                  <a16:creationId xmlns:a16="http://schemas.microsoft.com/office/drawing/2014/main" id="{C0934B04-F08D-9D08-0DD6-F3519A803B99}"/>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42" name="Rectangle: Rounded Corners 41">
            <a:extLst>
              <a:ext uri="{FF2B5EF4-FFF2-40B4-BE49-F238E27FC236}">
                <a16:creationId xmlns:a16="http://schemas.microsoft.com/office/drawing/2014/main" id="{9C4FBF2F-D126-0AB8-E9EE-935681CC1C3C}"/>
              </a:ext>
            </a:extLst>
          </p:cNvPr>
          <p:cNvSpPr/>
          <p:nvPr/>
        </p:nvSpPr>
        <p:spPr>
          <a:xfrm>
            <a:off x="643583" y="3125476"/>
            <a:ext cx="11423720" cy="5750391"/>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grpSp>
        <p:nvGrpSpPr>
          <p:cNvPr id="38" name="Group 37">
            <a:extLst>
              <a:ext uri="{FF2B5EF4-FFF2-40B4-BE49-F238E27FC236}">
                <a16:creationId xmlns:a16="http://schemas.microsoft.com/office/drawing/2014/main" id="{A2368B2A-F928-FE61-1C3C-4444A655C82B}"/>
              </a:ext>
            </a:extLst>
          </p:cNvPr>
          <p:cNvGrpSpPr/>
          <p:nvPr/>
        </p:nvGrpSpPr>
        <p:grpSpPr>
          <a:xfrm>
            <a:off x="10853287" y="3295527"/>
            <a:ext cx="1045236" cy="247209"/>
            <a:chOff x="16511244" y="712189"/>
            <a:chExt cx="1045236" cy="240311"/>
          </a:xfrm>
        </p:grpSpPr>
        <p:sp>
          <p:nvSpPr>
            <p:cNvPr id="39" name="Oval 38">
              <a:extLst>
                <a:ext uri="{FF2B5EF4-FFF2-40B4-BE49-F238E27FC236}">
                  <a16:creationId xmlns:a16="http://schemas.microsoft.com/office/drawing/2014/main" id="{855EEBFB-B4DE-37EE-5179-12B3C05DFABC}"/>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0" name="Oval 39">
              <a:extLst>
                <a:ext uri="{FF2B5EF4-FFF2-40B4-BE49-F238E27FC236}">
                  <a16:creationId xmlns:a16="http://schemas.microsoft.com/office/drawing/2014/main" id="{A7FEFCFD-B15E-4553-A45D-31EF2D2CA03B}"/>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1" name="Oval 40">
              <a:extLst>
                <a:ext uri="{FF2B5EF4-FFF2-40B4-BE49-F238E27FC236}">
                  <a16:creationId xmlns:a16="http://schemas.microsoft.com/office/drawing/2014/main" id="{92845806-C286-0259-25D3-24488FB42747}"/>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521" name="Google Shape;521;p11"/>
          <p:cNvSpPr/>
          <p:nvPr/>
        </p:nvSpPr>
        <p:spPr>
          <a:xfrm>
            <a:off x="10337800" y="7907378"/>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
        <p:nvSpPr>
          <p:cNvPr id="535" name="Google Shape;535;p11"/>
          <p:cNvSpPr txBox="1"/>
          <p:nvPr/>
        </p:nvSpPr>
        <p:spPr>
          <a:xfrm>
            <a:off x="1232068" y="6299203"/>
            <a:ext cx="9100841" cy="110799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200" b="0" i="0" u="none" strike="noStrike" cap="none" dirty="0">
                <a:solidFill>
                  <a:schemeClr val="tx2">
                    <a:lumMod val="40000"/>
                    <a:lumOff val="60000"/>
                  </a:schemeClr>
                </a:solidFill>
                <a:latin typeface="Anton"/>
                <a:ea typeface="Anton"/>
                <a:cs typeface="Anton"/>
                <a:sym typeface="Anton"/>
              </a:rPr>
              <a:t>Run</a:t>
            </a:r>
            <a:r>
              <a:rPr lang="en-US" sz="7200" b="0" i="0" u="none" strike="noStrike" cap="none" dirty="0">
                <a:solidFill>
                  <a:srgbClr val="CCECFF"/>
                </a:solidFill>
                <a:latin typeface="Anton"/>
                <a:ea typeface="Anton"/>
                <a:cs typeface="Anton"/>
                <a:sym typeface="Anton"/>
              </a:rPr>
              <a:t>   Presentation.exe </a:t>
            </a:r>
            <a:r>
              <a:rPr lang="en-CA" sz="7200" b="1" dirty="0"/>
              <a:t>↵</a:t>
            </a:r>
            <a:endParaRPr lang="en-US" sz="7200" b="1" dirty="0">
              <a:solidFill>
                <a:srgbClr val="FFFEF8"/>
              </a:solidFill>
            </a:endParaRPr>
          </a:p>
        </p:txBody>
      </p:sp>
      <p:grpSp>
        <p:nvGrpSpPr>
          <p:cNvPr id="32" name="Group 31">
            <a:extLst>
              <a:ext uri="{FF2B5EF4-FFF2-40B4-BE49-F238E27FC236}">
                <a16:creationId xmlns:a16="http://schemas.microsoft.com/office/drawing/2014/main" id="{3B50F048-4946-3ED8-47EB-57DC79351D21}"/>
              </a:ext>
            </a:extLst>
          </p:cNvPr>
          <p:cNvGrpSpPr/>
          <p:nvPr/>
        </p:nvGrpSpPr>
        <p:grpSpPr>
          <a:xfrm>
            <a:off x="4408293" y="217711"/>
            <a:ext cx="9999902" cy="1388038"/>
            <a:chOff x="641008" y="7256645"/>
            <a:chExt cx="6885478" cy="1437158"/>
          </a:xfrm>
        </p:grpSpPr>
        <p:grpSp>
          <p:nvGrpSpPr>
            <p:cNvPr id="459" name="Google Shape;459;p11"/>
            <p:cNvGrpSpPr/>
            <p:nvPr/>
          </p:nvGrpSpPr>
          <p:grpSpPr>
            <a:xfrm>
              <a:off x="641008" y="7256645"/>
              <a:ext cx="6529522" cy="1437158"/>
              <a:chOff x="0" y="-47625"/>
              <a:chExt cx="1719710" cy="378511"/>
            </a:xfrm>
          </p:grpSpPr>
          <p:sp>
            <p:nvSpPr>
              <p:cNvPr id="460" name="Google Shape;460;p11"/>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1" name="Google Shape;461;p11"/>
              <p:cNvSpPr txBox="1"/>
              <p:nvPr/>
            </p:nvSpPr>
            <p:spPr>
              <a:xfrm>
                <a:off x="0" y="-47625"/>
                <a:ext cx="1719710"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462" name="Google Shape;462;p11"/>
            <p:cNvGrpSpPr/>
            <p:nvPr/>
          </p:nvGrpSpPr>
          <p:grpSpPr>
            <a:xfrm>
              <a:off x="641008" y="7261403"/>
              <a:ext cx="6529522" cy="1256332"/>
              <a:chOff x="0" y="0"/>
              <a:chExt cx="1719710" cy="330886"/>
            </a:xfrm>
          </p:grpSpPr>
          <p:sp>
            <p:nvSpPr>
              <p:cNvPr id="463" name="Google Shape;463;p11"/>
              <p:cNvSpPr/>
              <p:nvPr/>
            </p:nvSpPr>
            <p:spPr>
              <a:xfrm>
                <a:off x="0" y="0"/>
                <a:ext cx="1719710" cy="330886"/>
              </a:xfrm>
              <a:custGeom>
                <a:avLst/>
                <a:gdLst/>
                <a:ahLst/>
                <a:cxnLst/>
                <a:rect l="l" t="t" r="r" b="b"/>
                <a:pathLst>
                  <a:path w="1719710" h="330886" extrusionOk="0">
                    <a:moveTo>
                      <a:pt x="60470" y="0"/>
                    </a:moveTo>
                    <a:lnTo>
                      <a:pt x="1659240" y="0"/>
                    </a:lnTo>
                    <a:cubicBezTo>
                      <a:pt x="1675277" y="0"/>
                      <a:pt x="1690658" y="6371"/>
                      <a:pt x="1701998" y="17711"/>
                    </a:cubicBezTo>
                    <a:cubicBezTo>
                      <a:pt x="1713339" y="29051"/>
                      <a:pt x="1719710" y="44432"/>
                      <a:pt x="1719710" y="60470"/>
                    </a:cubicBezTo>
                    <a:lnTo>
                      <a:pt x="1719710" y="270416"/>
                    </a:lnTo>
                    <a:cubicBezTo>
                      <a:pt x="1719710" y="303813"/>
                      <a:pt x="1692636" y="330886"/>
                      <a:pt x="1659240" y="330886"/>
                    </a:cubicBezTo>
                    <a:lnTo>
                      <a:pt x="60470" y="330886"/>
                    </a:lnTo>
                    <a:cubicBezTo>
                      <a:pt x="27073" y="330886"/>
                      <a:pt x="0" y="303813"/>
                      <a:pt x="0" y="270416"/>
                    </a:cubicBezTo>
                    <a:lnTo>
                      <a:pt x="0" y="60470"/>
                    </a:lnTo>
                    <a:cubicBezTo>
                      <a:pt x="0" y="27073"/>
                      <a:pt x="27073" y="0"/>
                      <a:pt x="60470"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4" name="Google Shape;464;p11"/>
              <p:cNvSpPr txBox="1"/>
              <p:nvPr/>
            </p:nvSpPr>
            <p:spPr>
              <a:xfrm>
                <a:off x="0" y="46372"/>
                <a:ext cx="1719710" cy="215559"/>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536" name="Google Shape;536;p11"/>
            <p:cNvSpPr txBox="1"/>
            <p:nvPr/>
          </p:nvSpPr>
          <p:spPr>
            <a:xfrm>
              <a:off x="1808169" y="7420967"/>
              <a:ext cx="5718317" cy="818449"/>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FFFFFF"/>
                  </a:solidFill>
                  <a:latin typeface="Anton"/>
                  <a:ea typeface="Anton"/>
                  <a:cs typeface="Anton"/>
                  <a:sym typeface="Anton"/>
                </a:rPr>
                <a:t>Unix Final Project</a:t>
              </a:r>
              <a:endParaRPr dirty="0"/>
            </a:p>
          </p:txBody>
        </p:sp>
      </p:grpSp>
      <p:sp>
        <p:nvSpPr>
          <p:cNvPr id="43" name="Google Shape;535;p11">
            <a:extLst>
              <a:ext uri="{FF2B5EF4-FFF2-40B4-BE49-F238E27FC236}">
                <a16:creationId xmlns:a16="http://schemas.microsoft.com/office/drawing/2014/main" id="{C3A13872-499C-22E5-9313-C22B2A764D15}"/>
              </a:ext>
            </a:extLst>
          </p:cNvPr>
          <p:cNvSpPr txBox="1"/>
          <p:nvPr/>
        </p:nvSpPr>
        <p:spPr>
          <a:xfrm>
            <a:off x="11562039" y="1759968"/>
            <a:ext cx="4304143" cy="492443"/>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3200" b="0" i="0" u="none" strike="noStrike" cap="none"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sym typeface="Anton"/>
              </a:rPr>
              <a:t>Team Composition {</a:t>
            </a:r>
            <a:endParaRPr lang="en-US" sz="32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p:txBody>
      </p:sp>
      <p:sp>
        <p:nvSpPr>
          <p:cNvPr id="44" name="Google Shape;535;p11">
            <a:extLst>
              <a:ext uri="{FF2B5EF4-FFF2-40B4-BE49-F238E27FC236}">
                <a16:creationId xmlns:a16="http://schemas.microsoft.com/office/drawing/2014/main" id="{7ABE3DEF-F92F-A31E-F7E4-1188079FE00E}"/>
              </a:ext>
            </a:extLst>
          </p:cNvPr>
          <p:cNvSpPr txBox="1"/>
          <p:nvPr/>
        </p:nvSpPr>
        <p:spPr>
          <a:xfrm>
            <a:off x="11601845" y="2347124"/>
            <a:ext cx="6332260" cy="4739759"/>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“TeamMember1”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name: “INSERT NAME HERE”</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endPar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“TeamMember1”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name: “INSERT NAME HERE”</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a:p>
            <a:pPr marL="0" marR="0" lvl="0" indent="0" algn="l" rtl="0">
              <a:lnSpc>
                <a:spcPct val="100000"/>
              </a:lnSpc>
              <a:spcBef>
                <a:spcPts val="0"/>
              </a:spcBef>
              <a:spcAft>
                <a:spcPts val="0"/>
              </a:spcAft>
              <a:buNone/>
            </a:pPr>
            <a:endPar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endParaRP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“TeamMember1” {</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name: “Sabrina Robinson”</a:t>
            </a:r>
          </a:p>
          <a:p>
            <a:pPr marL="0" marR="0" lvl="0" indent="0" algn="l" rtl="0">
              <a:lnSpc>
                <a:spcPct val="100000"/>
              </a:lnSpc>
              <a:spcBef>
                <a:spcPts val="0"/>
              </a:spcBef>
              <a:spcAft>
                <a:spcPts val="0"/>
              </a:spcAft>
              <a:buNone/>
            </a:pPr>
            <a:r>
              <a:rPr lang="en-US" sz="2800" dirty="0">
                <a:solidFill>
                  <a:srgbClr val="CCECFF"/>
                </a:solidFill>
                <a:latin typeface="Calibri Light" panose="020F0302020204030204" pitchFamily="34" charset="0"/>
                <a:ea typeface="Calibri Light" panose="020F0302020204030204" pitchFamily="34" charset="0"/>
                <a:cs typeface="Calibri Light" panose="020F0302020204030204" pitchFamily="34" charset="0"/>
              </a:rPr>
              <a:t>		},</a:t>
            </a:r>
          </a:p>
        </p:txBody>
      </p:sp>
      <p:sp>
        <p:nvSpPr>
          <p:cNvPr id="2" name="Google Shape;535;p11">
            <a:extLst>
              <a:ext uri="{FF2B5EF4-FFF2-40B4-BE49-F238E27FC236}">
                <a16:creationId xmlns:a16="http://schemas.microsoft.com/office/drawing/2014/main" id="{7369FE2F-443C-97B6-1083-E9C0E02EDEED}"/>
              </a:ext>
            </a:extLst>
          </p:cNvPr>
          <p:cNvSpPr txBox="1"/>
          <p:nvPr/>
        </p:nvSpPr>
        <p:spPr>
          <a:xfrm>
            <a:off x="1232068" y="4609425"/>
            <a:ext cx="10471064" cy="1107996"/>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7200" b="0" i="0" u="none" strike="noStrike" cap="none" dirty="0">
                <a:latin typeface="Anton"/>
                <a:ea typeface="Anton"/>
                <a:cs typeface="Anton"/>
                <a:sym typeface="Anton"/>
              </a:rPr>
              <a:t>Build</a:t>
            </a:r>
            <a:r>
              <a:rPr lang="en-US" sz="7200" b="0" i="0" u="none" strike="noStrike" cap="none" dirty="0">
                <a:solidFill>
                  <a:srgbClr val="CCECFF"/>
                </a:solidFill>
                <a:latin typeface="Anton"/>
                <a:ea typeface="Anton"/>
                <a:cs typeface="Anton"/>
                <a:sym typeface="Anton"/>
              </a:rPr>
              <a:t> </a:t>
            </a:r>
            <a:r>
              <a:rPr lang="en-US" sz="7200" b="0" i="0" u="none" strike="noStrike" cap="none" dirty="0" err="1">
                <a:solidFill>
                  <a:srgbClr val="CCECFF"/>
                </a:solidFill>
                <a:latin typeface="Anton"/>
                <a:ea typeface="Anton"/>
                <a:cs typeface="Anton"/>
                <a:sym typeface="Anton"/>
              </a:rPr>
              <a:t>project.</a:t>
            </a:r>
            <a:r>
              <a:rPr lang="en-US" sz="7200" dirty="0" err="1">
                <a:solidFill>
                  <a:srgbClr val="CCECFF"/>
                </a:solidFill>
                <a:latin typeface="Anton"/>
                <a:ea typeface="Anton"/>
                <a:cs typeface="Anton"/>
                <a:sym typeface="Anton"/>
              </a:rPr>
              <a:t>host.webstie</a:t>
            </a:r>
            <a:r>
              <a:rPr lang="en-US" sz="7200" b="0" i="0" u="none" strike="noStrike" cap="none" dirty="0">
                <a:solidFill>
                  <a:srgbClr val="CCECFF"/>
                </a:solidFill>
                <a:latin typeface="Anton"/>
                <a:ea typeface="Anton"/>
                <a:cs typeface="Anton"/>
                <a:sym typeface="Anton"/>
              </a:rPr>
              <a:t> </a:t>
            </a:r>
            <a:r>
              <a:rPr lang="en-CA" sz="7200" b="1" dirty="0"/>
              <a:t>↵</a:t>
            </a:r>
            <a:endParaRPr lang="en-US" sz="7200" b="1" dirty="0">
              <a:solidFill>
                <a:srgbClr val="FFFEF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458">
          <a:extLst>
            <a:ext uri="{FF2B5EF4-FFF2-40B4-BE49-F238E27FC236}">
              <a16:creationId xmlns:a16="http://schemas.microsoft.com/office/drawing/2014/main" id="{10C664E8-3511-3176-F6C0-68865B52114C}"/>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D6AD12A1-8623-C4BE-AEE7-2E9EE109EE93}"/>
              </a:ext>
            </a:extLst>
          </p:cNvPr>
          <p:cNvSpPr/>
          <p:nvPr/>
        </p:nvSpPr>
        <p:spPr>
          <a:xfrm>
            <a:off x="890224" y="611714"/>
            <a:ext cx="16507552" cy="885232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2" name="Google Shape;604;p12">
            <a:extLst>
              <a:ext uri="{FF2B5EF4-FFF2-40B4-BE49-F238E27FC236}">
                <a16:creationId xmlns:a16="http://schemas.microsoft.com/office/drawing/2014/main" id="{99193735-F51A-91D7-26F1-ADC66378AAA1}"/>
              </a:ext>
            </a:extLst>
          </p:cNvPr>
          <p:cNvSpPr txBox="1"/>
          <p:nvPr/>
        </p:nvSpPr>
        <p:spPr>
          <a:xfrm>
            <a:off x="1835104" y="1125888"/>
            <a:ext cx="12446871" cy="332399"/>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endParaRPr dirty="0"/>
          </a:p>
        </p:txBody>
      </p:sp>
      <p:grpSp>
        <p:nvGrpSpPr>
          <p:cNvPr id="4" name="Group 3">
            <a:extLst>
              <a:ext uri="{FF2B5EF4-FFF2-40B4-BE49-F238E27FC236}">
                <a16:creationId xmlns:a16="http://schemas.microsoft.com/office/drawing/2014/main" id="{4BD2CCF8-DA59-CBA3-69F9-95AD3451DF06}"/>
              </a:ext>
            </a:extLst>
          </p:cNvPr>
          <p:cNvGrpSpPr/>
          <p:nvPr/>
        </p:nvGrpSpPr>
        <p:grpSpPr>
          <a:xfrm>
            <a:off x="16001917" y="986949"/>
            <a:ext cx="1174905" cy="277877"/>
            <a:chOff x="16511244" y="712189"/>
            <a:chExt cx="1045236" cy="240311"/>
          </a:xfrm>
        </p:grpSpPr>
        <p:sp>
          <p:nvSpPr>
            <p:cNvPr id="5" name="Oval 4">
              <a:extLst>
                <a:ext uri="{FF2B5EF4-FFF2-40B4-BE49-F238E27FC236}">
                  <a16:creationId xmlns:a16="http://schemas.microsoft.com/office/drawing/2014/main" id="{F3DA25EF-8890-03E7-E4C9-BA0328A7573E}"/>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97B29D09-68FB-BF3D-7FD5-72098A2DA6DB}"/>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Oval 6">
              <a:extLst>
                <a:ext uri="{FF2B5EF4-FFF2-40B4-BE49-F238E27FC236}">
                  <a16:creationId xmlns:a16="http://schemas.microsoft.com/office/drawing/2014/main" id="{62A499A0-7BEF-D86B-3BC8-C85AD5F33C1D}"/>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9" name="Google Shape;535;p11">
            <a:extLst>
              <a:ext uri="{FF2B5EF4-FFF2-40B4-BE49-F238E27FC236}">
                <a16:creationId xmlns:a16="http://schemas.microsoft.com/office/drawing/2014/main" id="{F460D788-E954-04EF-357C-F48460527260}"/>
              </a:ext>
            </a:extLst>
          </p:cNvPr>
          <p:cNvSpPr txBox="1"/>
          <p:nvPr/>
        </p:nvSpPr>
        <p:spPr>
          <a:xfrm>
            <a:off x="1835104" y="1690156"/>
            <a:ext cx="15341718" cy="1923604"/>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None/>
            </a:pPr>
            <a:r>
              <a:rPr lang="en-US" sz="12500" b="0" i="0" u="none" strike="noStrike" cap="none" dirty="0">
                <a:solidFill>
                  <a:srgbClr val="CCECFF"/>
                </a:solidFill>
                <a:latin typeface="Anton"/>
                <a:ea typeface="Anton"/>
                <a:cs typeface="Anton"/>
                <a:sym typeface="Anton"/>
              </a:rPr>
              <a:t>TABLE OF CONTENTS</a:t>
            </a:r>
          </a:p>
        </p:txBody>
      </p:sp>
      <p:grpSp>
        <p:nvGrpSpPr>
          <p:cNvPr id="542" name="Google Shape;542;p12"/>
          <p:cNvGrpSpPr/>
          <p:nvPr/>
        </p:nvGrpSpPr>
        <p:grpSpPr>
          <a:xfrm>
            <a:off x="3730242" y="3936544"/>
            <a:ext cx="2065565" cy="1437158"/>
            <a:chOff x="0" y="-47625"/>
            <a:chExt cx="544017" cy="378511"/>
          </a:xfrm>
        </p:grpSpPr>
        <p:sp>
          <p:nvSpPr>
            <p:cNvPr id="543" name="Google Shape;543;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4" name="Google Shape;544;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48" name="Google Shape;548;p12"/>
          <p:cNvGrpSpPr/>
          <p:nvPr/>
        </p:nvGrpSpPr>
        <p:grpSpPr>
          <a:xfrm>
            <a:off x="3730242" y="5590103"/>
            <a:ext cx="2065565" cy="1437158"/>
            <a:chOff x="0" y="-47625"/>
            <a:chExt cx="544017" cy="378511"/>
          </a:xfrm>
        </p:grpSpPr>
        <p:sp>
          <p:nvSpPr>
            <p:cNvPr id="549" name="Google Shape;549;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0" name="Google Shape;550;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54" name="Google Shape;554;p12"/>
          <p:cNvGrpSpPr/>
          <p:nvPr/>
        </p:nvGrpSpPr>
        <p:grpSpPr>
          <a:xfrm>
            <a:off x="3839817" y="3836677"/>
            <a:ext cx="2065565" cy="1437158"/>
            <a:chOff x="0" y="-47625"/>
            <a:chExt cx="544017" cy="378511"/>
          </a:xfrm>
        </p:grpSpPr>
        <p:sp>
          <p:nvSpPr>
            <p:cNvPr id="555" name="Google Shape;555;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56" name="Google Shape;556;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60" name="Google Shape;560;p12"/>
          <p:cNvGrpSpPr/>
          <p:nvPr/>
        </p:nvGrpSpPr>
        <p:grpSpPr>
          <a:xfrm>
            <a:off x="3839817" y="5490236"/>
            <a:ext cx="2065565" cy="1437158"/>
            <a:chOff x="0" y="-47625"/>
            <a:chExt cx="544017" cy="378511"/>
          </a:xfrm>
        </p:grpSpPr>
        <p:sp>
          <p:nvSpPr>
            <p:cNvPr id="561" name="Google Shape;561;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2" name="Google Shape;562;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66" name="Google Shape;566;p12"/>
          <p:cNvGrpSpPr/>
          <p:nvPr/>
        </p:nvGrpSpPr>
        <p:grpSpPr>
          <a:xfrm>
            <a:off x="3730242" y="7243662"/>
            <a:ext cx="2065565" cy="1437158"/>
            <a:chOff x="0" y="-47625"/>
            <a:chExt cx="544017" cy="378511"/>
          </a:xfrm>
        </p:grpSpPr>
        <p:sp>
          <p:nvSpPr>
            <p:cNvPr id="567" name="Google Shape;567;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393A3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8" name="Google Shape;568;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grpSp>
        <p:nvGrpSpPr>
          <p:cNvPr id="569" name="Google Shape;569;p12"/>
          <p:cNvGrpSpPr/>
          <p:nvPr/>
        </p:nvGrpSpPr>
        <p:grpSpPr>
          <a:xfrm>
            <a:off x="3839817" y="7143794"/>
            <a:ext cx="2065565" cy="1437158"/>
            <a:chOff x="0" y="-47625"/>
            <a:chExt cx="544017" cy="378511"/>
          </a:xfrm>
        </p:grpSpPr>
        <p:sp>
          <p:nvSpPr>
            <p:cNvPr id="570" name="Google Shape;570;p12"/>
            <p:cNvSpPr/>
            <p:nvPr/>
          </p:nvSpPr>
          <p:spPr>
            <a:xfrm>
              <a:off x="0" y="0"/>
              <a:ext cx="544017" cy="330886"/>
            </a:xfrm>
            <a:custGeom>
              <a:avLst/>
              <a:gdLst/>
              <a:ahLst/>
              <a:cxnLst/>
              <a:rect l="l" t="t" r="r" b="b"/>
              <a:pathLst>
                <a:path w="544017" h="330886" extrusionOk="0">
                  <a:moveTo>
                    <a:pt x="119939" y="0"/>
                  </a:moveTo>
                  <a:lnTo>
                    <a:pt x="424078" y="0"/>
                  </a:lnTo>
                  <a:cubicBezTo>
                    <a:pt x="455888" y="0"/>
                    <a:pt x="486395" y="12636"/>
                    <a:pt x="508888" y="35129"/>
                  </a:cubicBezTo>
                  <a:cubicBezTo>
                    <a:pt x="531381" y="57622"/>
                    <a:pt x="544017" y="88129"/>
                    <a:pt x="544017" y="119939"/>
                  </a:cubicBezTo>
                  <a:lnTo>
                    <a:pt x="544017" y="210947"/>
                  </a:lnTo>
                  <a:cubicBezTo>
                    <a:pt x="544017" y="242757"/>
                    <a:pt x="531381" y="273264"/>
                    <a:pt x="508888" y="295756"/>
                  </a:cubicBezTo>
                  <a:cubicBezTo>
                    <a:pt x="486395" y="318249"/>
                    <a:pt x="455888" y="330886"/>
                    <a:pt x="424078" y="330886"/>
                  </a:cubicBezTo>
                  <a:lnTo>
                    <a:pt x="119939" y="330886"/>
                  </a:lnTo>
                  <a:cubicBezTo>
                    <a:pt x="88129" y="330886"/>
                    <a:pt x="57622" y="318249"/>
                    <a:pt x="35129" y="295756"/>
                  </a:cubicBezTo>
                  <a:cubicBezTo>
                    <a:pt x="12636" y="273264"/>
                    <a:pt x="0" y="242757"/>
                    <a:pt x="0" y="210947"/>
                  </a:cubicBezTo>
                  <a:lnTo>
                    <a:pt x="0" y="119939"/>
                  </a:lnTo>
                  <a:cubicBezTo>
                    <a:pt x="0" y="88129"/>
                    <a:pt x="12636" y="57622"/>
                    <a:pt x="35129" y="35129"/>
                  </a:cubicBezTo>
                  <a:cubicBezTo>
                    <a:pt x="57622" y="12636"/>
                    <a:pt x="88129" y="0"/>
                    <a:pt x="119939" y="0"/>
                  </a:cubicBezTo>
                  <a:close/>
                </a:path>
              </a:pathLst>
            </a:custGeom>
            <a:solidFill>
              <a:srgbClr val="F6836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1" name="Google Shape;571;p12"/>
            <p:cNvSpPr txBox="1"/>
            <p:nvPr/>
          </p:nvSpPr>
          <p:spPr>
            <a:xfrm>
              <a:off x="0" y="-47625"/>
              <a:ext cx="544017" cy="378511"/>
            </a:xfrm>
            <a:prstGeom prst="rect">
              <a:avLst/>
            </a:prstGeom>
            <a:noFill/>
            <a:ln>
              <a:noFill/>
            </a:ln>
          </p:spPr>
          <p:txBody>
            <a:bodyPr spcFirstLastPara="1" wrap="square" lIns="50800" tIns="50800" rIns="50800" bIns="50800" anchor="ctr" anchorCtr="0">
              <a:noAutofit/>
            </a:bodyPr>
            <a:lstStyle/>
            <a:p>
              <a:pPr marL="0" marR="0" lvl="0" indent="0" algn="ctr" rtl="0">
                <a:lnSpc>
                  <a:spcPct val="186611"/>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600" name="Google Shape;600;p12"/>
          <p:cNvSpPr txBox="1"/>
          <p:nvPr/>
        </p:nvSpPr>
        <p:spPr>
          <a:xfrm>
            <a:off x="6394083" y="4155954"/>
            <a:ext cx="466299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CCECFF"/>
                </a:solidFill>
                <a:latin typeface="Anton"/>
                <a:ea typeface="Anton"/>
                <a:cs typeface="Anton"/>
                <a:sym typeface="Anton"/>
              </a:rPr>
              <a:t>INTRODUCTION</a:t>
            </a:r>
            <a:endParaRPr dirty="0">
              <a:solidFill>
                <a:srgbClr val="CCECFF"/>
              </a:solidFill>
            </a:endParaRPr>
          </a:p>
        </p:txBody>
      </p:sp>
      <p:sp>
        <p:nvSpPr>
          <p:cNvPr id="602" name="Google Shape;602;p12"/>
          <p:cNvSpPr txBox="1"/>
          <p:nvPr/>
        </p:nvSpPr>
        <p:spPr>
          <a:xfrm>
            <a:off x="6394083" y="5809512"/>
            <a:ext cx="466299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CCECFF"/>
                </a:solidFill>
                <a:latin typeface="Anton"/>
                <a:ea typeface="Anton"/>
                <a:cs typeface="Anton"/>
                <a:sym typeface="Anton"/>
              </a:rPr>
              <a:t>Demo</a:t>
            </a:r>
            <a:endParaRPr dirty="0">
              <a:solidFill>
                <a:srgbClr val="CCECFF"/>
              </a:solidFill>
            </a:endParaRPr>
          </a:p>
        </p:txBody>
      </p:sp>
      <p:sp>
        <p:nvSpPr>
          <p:cNvPr id="605" name="Google Shape;605;p12"/>
          <p:cNvSpPr txBox="1"/>
          <p:nvPr/>
        </p:nvSpPr>
        <p:spPr>
          <a:xfrm>
            <a:off x="4419521" y="4069872"/>
            <a:ext cx="1485861" cy="1204287"/>
          </a:xfrm>
          <a:prstGeom prst="rect">
            <a:avLst/>
          </a:prstGeom>
          <a:noFill/>
          <a:ln>
            <a:noFill/>
          </a:ln>
        </p:spPr>
        <p:txBody>
          <a:bodyPr spcFirstLastPara="1" wrap="square" lIns="0" tIns="0" rIns="0" bIns="0" anchor="t" anchorCtr="0">
            <a:spAutoFit/>
          </a:bodyPr>
          <a:lstStyle/>
          <a:p>
            <a:pPr marL="0" marR="0" lvl="0" indent="0" algn="l" rtl="0">
              <a:lnSpc>
                <a:spcPct val="120005"/>
              </a:lnSpc>
              <a:spcBef>
                <a:spcPts val="0"/>
              </a:spcBef>
              <a:spcAft>
                <a:spcPts val="0"/>
              </a:spcAft>
              <a:buNone/>
            </a:pPr>
            <a:r>
              <a:rPr lang="en-US" sz="7873" b="0" i="0" u="none" strike="noStrike" cap="none" dirty="0">
                <a:solidFill>
                  <a:srgbClr val="FFFFFF"/>
                </a:solidFill>
                <a:latin typeface="Anton"/>
                <a:ea typeface="Anton"/>
                <a:cs typeface="Anton"/>
                <a:sym typeface="Anton"/>
              </a:rPr>
              <a:t>01</a:t>
            </a:r>
            <a:endParaRPr dirty="0"/>
          </a:p>
        </p:txBody>
      </p:sp>
      <p:sp>
        <p:nvSpPr>
          <p:cNvPr id="607" name="Google Shape;607;p12"/>
          <p:cNvSpPr txBox="1"/>
          <p:nvPr/>
        </p:nvSpPr>
        <p:spPr>
          <a:xfrm>
            <a:off x="4419521" y="5692322"/>
            <a:ext cx="1485861" cy="1204287"/>
          </a:xfrm>
          <a:prstGeom prst="rect">
            <a:avLst/>
          </a:prstGeom>
          <a:noFill/>
          <a:ln>
            <a:noFill/>
          </a:ln>
        </p:spPr>
        <p:txBody>
          <a:bodyPr spcFirstLastPara="1" wrap="square" lIns="0" tIns="0" rIns="0" bIns="0" anchor="t" anchorCtr="0">
            <a:spAutoFit/>
          </a:bodyPr>
          <a:lstStyle/>
          <a:p>
            <a:pPr marL="0" marR="0" lvl="0" indent="0" algn="l" rtl="0">
              <a:lnSpc>
                <a:spcPct val="120005"/>
              </a:lnSpc>
              <a:spcBef>
                <a:spcPts val="0"/>
              </a:spcBef>
              <a:spcAft>
                <a:spcPts val="0"/>
              </a:spcAft>
              <a:buNone/>
            </a:pPr>
            <a:r>
              <a:rPr lang="en-US" sz="7873" b="0" i="0" u="none" strike="noStrike" cap="none">
                <a:solidFill>
                  <a:srgbClr val="FFFFFF"/>
                </a:solidFill>
                <a:latin typeface="Anton"/>
                <a:ea typeface="Anton"/>
                <a:cs typeface="Anton"/>
                <a:sym typeface="Anton"/>
              </a:rPr>
              <a:t>02</a:t>
            </a:r>
            <a:endParaRPr/>
          </a:p>
        </p:txBody>
      </p:sp>
      <p:sp>
        <p:nvSpPr>
          <p:cNvPr id="609" name="Google Shape;609;p12"/>
          <p:cNvSpPr txBox="1"/>
          <p:nvPr/>
        </p:nvSpPr>
        <p:spPr>
          <a:xfrm>
            <a:off x="6394083" y="7463071"/>
            <a:ext cx="4662995" cy="1101135"/>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5963" b="0" i="0" u="none" strike="noStrike" cap="none" dirty="0">
                <a:solidFill>
                  <a:srgbClr val="CCECFF"/>
                </a:solidFill>
                <a:latin typeface="Anton"/>
                <a:ea typeface="Anton"/>
                <a:cs typeface="Anton"/>
                <a:sym typeface="Anton"/>
              </a:rPr>
              <a:t>GitHub</a:t>
            </a:r>
            <a:endParaRPr dirty="0">
              <a:solidFill>
                <a:srgbClr val="CCECFF"/>
              </a:solidFill>
            </a:endParaRPr>
          </a:p>
        </p:txBody>
      </p:sp>
      <p:sp>
        <p:nvSpPr>
          <p:cNvPr id="610" name="Google Shape;610;p12"/>
          <p:cNvSpPr txBox="1"/>
          <p:nvPr/>
        </p:nvSpPr>
        <p:spPr>
          <a:xfrm>
            <a:off x="4419521" y="7376989"/>
            <a:ext cx="1485861" cy="1204287"/>
          </a:xfrm>
          <a:prstGeom prst="rect">
            <a:avLst/>
          </a:prstGeom>
          <a:noFill/>
          <a:ln>
            <a:noFill/>
          </a:ln>
        </p:spPr>
        <p:txBody>
          <a:bodyPr spcFirstLastPara="1" wrap="square" lIns="0" tIns="0" rIns="0" bIns="0" anchor="t" anchorCtr="0">
            <a:spAutoFit/>
          </a:bodyPr>
          <a:lstStyle/>
          <a:p>
            <a:pPr marL="0" marR="0" lvl="0" indent="0" algn="l" rtl="0">
              <a:lnSpc>
                <a:spcPct val="120005"/>
              </a:lnSpc>
              <a:spcBef>
                <a:spcPts val="0"/>
              </a:spcBef>
              <a:spcAft>
                <a:spcPts val="0"/>
              </a:spcAft>
              <a:buNone/>
            </a:pPr>
            <a:r>
              <a:rPr lang="en-US" sz="7873" b="0" i="0" u="none" strike="noStrike" cap="none">
                <a:solidFill>
                  <a:srgbClr val="FFFFFF"/>
                </a:solidFill>
                <a:latin typeface="Anton"/>
                <a:ea typeface="Anton"/>
                <a:cs typeface="Anton"/>
                <a:sym typeface="Anton"/>
              </a:rPr>
              <a:t>03</a:t>
            </a:r>
            <a:endParaRPr/>
          </a:p>
        </p:txBody>
      </p:sp>
      <p:sp>
        <p:nvSpPr>
          <p:cNvPr id="8" name="Google Shape;521;p11">
            <a:extLst>
              <a:ext uri="{FF2B5EF4-FFF2-40B4-BE49-F238E27FC236}">
                <a16:creationId xmlns:a16="http://schemas.microsoft.com/office/drawing/2014/main" id="{D9ABEF30-6E5B-2201-C0BC-814E01F19325}"/>
              </a:ext>
            </a:extLst>
          </p:cNvPr>
          <p:cNvSpPr/>
          <p:nvPr/>
        </p:nvSpPr>
        <p:spPr>
          <a:xfrm>
            <a:off x="16784785" y="8142529"/>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30234555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12"/>
        <p:cNvGrpSpPr/>
        <p:nvPr/>
      </p:nvGrpSpPr>
      <p:grpSpPr>
        <a:xfrm>
          <a:off x="0" y="0"/>
          <a:ext cx="0" cy="0"/>
          <a:chOff x="0" y="0"/>
          <a:chExt cx="0" cy="0"/>
        </a:xfrm>
      </p:grpSpPr>
      <p:sp>
        <p:nvSpPr>
          <p:cNvPr id="713" name="Google Shape;713;p14"/>
          <p:cNvSpPr/>
          <p:nvPr/>
        </p:nvSpPr>
        <p:spPr>
          <a:xfrm>
            <a:off x="2038919" y="945195"/>
            <a:ext cx="14852954" cy="4512441"/>
          </a:xfrm>
          <a:prstGeom prst="rect">
            <a:avLst/>
          </a:prstGeom>
          <a:solidFill>
            <a:srgbClr val="F4665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46659"/>
              </a:solidFill>
            </a:endParaRPr>
          </a:p>
        </p:txBody>
      </p:sp>
      <p:sp>
        <p:nvSpPr>
          <p:cNvPr id="756" name="Google Shape;756;p14"/>
          <p:cNvSpPr txBox="1"/>
          <p:nvPr/>
        </p:nvSpPr>
        <p:spPr>
          <a:xfrm>
            <a:off x="2038919" y="5780046"/>
            <a:ext cx="14936566" cy="2363724"/>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6400" b="0" i="0" u="none" strike="noStrike" cap="none" dirty="0">
                <a:solidFill>
                  <a:srgbClr val="FFFEF8"/>
                </a:solidFill>
                <a:latin typeface="Anton"/>
                <a:ea typeface="Anton"/>
                <a:cs typeface="Anton"/>
                <a:sym typeface="Anton"/>
              </a:rPr>
              <a:t>Project Description &amp;</a:t>
            </a:r>
          </a:p>
          <a:p>
            <a:pPr marL="0" marR="0" lvl="0" indent="0" algn="l" rtl="0">
              <a:lnSpc>
                <a:spcPct val="119996"/>
              </a:lnSpc>
              <a:spcBef>
                <a:spcPts val="0"/>
              </a:spcBef>
              <a:spcAft>
                <a:spcPts val="0"/>
              </a:spcAft>
              <a:buNone/>
            </a:pPr>
            <a:r>
              <a:rPr lang="en-US" sz="6400" dirty="0">
                <a:solidFill>
                  <a:srgbClr val="FFFEF8"/>
                </a:solidFill>
                <a:latin typeface="Anton"/>
                <a:sym typeface="Anton"/>
              </a:rPr>
              <a:t>Motivation</a:t>
            </a:r>
            <a:endParaRPr sz="6400" dirty="0">
              <a:solidFill>
                <a:srgbClr val="FFFEF8"/>
              </a:solidFill>
            </a:endParaRPr>
          </a:p>
        </p:txBody>
      </p:sp>
      <p:sp>
        <p:nvSpPr>
          <p:cNvPr id="757" name="Google Shape;757;p14"/>
          <p:cNvSpPr txBox="1"/>
          <p:nvPr/>
        </p:nvSpPr>
        <p:spPr>
          <a:xfrm>
            <a:off x="9507202" y="5959427"/>
            <a:ext cx="7468283" cy="689420"/>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Description</a:t>
            </a:r>
            <a:endParaRPr sz="3200" dirty="0">
              <a:solidFill>
                <a:srgbClr val="FFFEF8"/>
              </a:solidFill>
            </a:endParaRPr>
          </a:p>
        </p:txBody>
      </p:sp>
      <p:pic>
        <p:nvPicPr>
          <p:cNvPr id="758" name="Google Shape;758;p14"/>
          <p:cNvPicPr preferRelativeResize="0"/>
          <p:nvPr/>
        </p:nvPicPr>
        <p:blipFill>
          <a:blip r:embed="rId3">
            <a:alphaModFix/>
          </a:blip>
          <a:stretch>
            <a:fillRect/>
          </a:stretch>
        </p:blipFill>
        <p:spPr>
          <a:xfrm>
            <a:off x="1717524" y="632501"/>
            <a:ext cx="14852951" cy="4510999"/>
          </a:xfrm>
          <a:prstGeom prst="rect">
            <a:avLst/>
          </a:prstGeom>
          <a:noFill/>
          <a:ln>
            <a:noFill/>
          </a:ln>
        </p:spPr>
      </p:pic>
      <p:sp>
        <p:nvSpPr>
          <p:cNvPr id="2" name="Google Shape;757;p14">
            <a:extLst>
              <a:ext uri="{FF2B5EF4-FFF2-40B4-BE49-F238E27FC236}">
                <a16:creationId xmlns:a16="http://schemas.microsoft.com/office/drawing/2014/main" id="{834273EF-F1E1-82C1-CAA0-DB861076349D}"/>
              </a:ext>
            </a:extLst>
          </p:cNvPr>
          <p:cNvSpPr txBox="1"/>
          <p:nvPr/>
        </p:nvSpPr>
        <p:spPr>
          <a:xfrm>
            <a:off x="9507202" y="6483518"/>
            <a:ext cx="7468283" cy="1378839"/>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The quick brown fox ran over the lazy dog.</a:t>
            </a:r>
            <a:br>
              <a:rPr lang="en-CA" sz="3200" dirty="0">
                <a:solidFill>
                  <a:srgbClr val="FFFEF8"/>
                </a:solidFill>
              </a:rPr>
            </a:br>
            <a:r>
              <a:rPr lang="en-CA" sz="3200" dirty="0">
                <a:solidFill>
                  <a:srgbClr val="FFFEF8"/>
                </a:solidFill>
              </a:rPr>
              <a:t>The quick brown fox ran over the lazy dog.</a:t>
            </a:r>
          </a:p>
        </p:txBody>
      </p:sp>
      <p:sp>
        <p:nvSpPr>
          <p:cNvPr id="3" name="Google Shape;757;p14">
            <a:extLst>
              <a:ext uri="{FF2B5EF4-FFF2-40B4-BE49-F238E27FC236}">
                <a16:creationId xmlns:a16="http://schemas.microsoft.com/office/drawing/2014/main" id="{780BBB81-8D67-477E-0D81-6CDCC02DF28C}"/>
              </a:ext>
            </a:extLst>
          </p:cNvPr>
          <p:cNvSpPr txBox="1"/>
          <p:nvPr/>
        </p:nvSpPr>
        <p:spPr>
          <a:xfrm>
            <a:off x="2038919" y="7942089"/>
            <a:ext cx="14531556" cy="689420"/>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Motivation</a:t>
            </a:r>
            <a:endParaRPr sz="3200" dirty="0">
              <a:solidFill>
                <a:srgbClr val="FFFEF8"/>
              </a:solidFill>
            </a:endParaRPr>
          </a:p>
        </p:txBody>
      </p:sp>
      <p:sp>
        <p:nvSpPr>
          <p:cNvPr id="4" name="Google Shape;757;p14">
            <a:extLst>
              <a:ext uri="{FF2B5EF4-FFF2-40B4-BE49-F238E27FC236}">
                <a16:creationId xmlns:a16="http://schemas.microsoft.com/office/drawing/2014/main" id="{8DA3936D-6A36-79F7-0A0D-D4F09114C4CF}"/>
              </a:ext>
            </a:extLst>
          </p:cNvPr>
          <p:cNvSpPr txBox="1"/>
          <p:nvPr/>
        </p:nvSpPr>
        <p:spPr>
          <a:xfrm>
            <a:off x="2038919" y="8466180"/>
            <a:ext cx="14531556" cy="1378839"/>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CA" sz="3200" dirty="0">
                <a:solidFill>
                  <a:srgbClr val="FFFEF8"/>
                </a:solidFill>
              </a:rPr>
              <a:t>The quick brown fox ran over the lazy dog. The quick brown fox ran over the lazy dog.</a:t>
            </a:r>
            <a:br>
              <a:rPr lang="en-CA" sz="3200" dirty="0">
                <a:solidFill>
                  <a:srgbClr val="FFFEF8"/>
                </a:solidFill>
              </a:rPr>
            </a:br>
            <a:r>
              <a:rPr lang="en-CA" sz="3200" dirty="0">
                <a:solidFill>
                  <a:srgbClr val="FFFEF8"/>
                </a:solidFill>
              </a:rPr>
              <a:t>The quick brown fox ran over the lazy dog. The quick brown fox ran over the lazy dog.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242F"/>
        </a:solidFill>
        <a:effectLst/>
      </p:bgPr>
    </p:bg>
    <p:spTree>
      <p:nvGrpSpPr>
        <p:cNvPr id="1" name="Shape 762"/>
        <p:cNvGrpSpPr/>
        <p:nvPr/>
      </p:nvGrpSpPr>
      <p:grpSpPr>
        <a:xfrm>
          <a:off x="0" y="0"/>
          <a:ext cx="0" cy="0"/>
          <a:chOff x="0" y="0"/>
          <a:chExt cx="0" cy="0"/>
        </a:xfrm>
      </p:grpSpPr>
      <p:sp>
        <p:nvSpPr>
          <p:cNvPr id="19" name="Rectangle: Rounded Corners 18">
            <a:extLst>
              <a:ext uri="{FF2B5EF4-FFF2-40B4-BE49-F238E27FC236}">
                <a16:creationId xmlns:a16="http://schemas.microsoft.com/office/drawing/2014/main" id="{B6FB178E-7002-CB49-6E9F-640506C63112}"/>
              </a:ext>
            </a:extLst>
          </p:cNvPr>
          <p:cNvSpPr/>
          <p:nvPr/>
        </p:nvSpPr>
        <p:spPr>
          <a:xfrm>
            <a:off x="11342525" y="1763040"/>
            <a:ext cx="5851051" cy="6442440"/>
          </a:xfrm>
          <a:prstGeom prst="roundRect">
            <a:avLst>
              <a:gd name="adj" fmla="val 3394"/>
            </a:avLst>
          </a:prstGeom>
          <a:solidFill>
            <a:srgbClr val="F46659"/>
          </a:solidFill>
          <a:ln w="38100">
            <a:solidFill>
              <a:srgbClr val="F46659"/>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15" name="Rectangle: Rounded Corners 14">
            <a:extLst>
              <a:ext uri="{FF2B5EF4-FFF2-40B4-BE49-F238E27FC236}">
                <a16:creationId xmlns:a16="http://schemas.microsoft.com/office/drawing/2014/main" id="{A50DA406-5551-91C9-E4F0-2A570C0D7543}"/>
              </a:ext>
            </a:extLst>
          </p:cNvPr>
          <p:cNvSpPr/>
          <p:nvPr/>
        </p:nvSpPr>
        <p:spPr>
          <a:xfrm>
            <a:off x="713424" y="674375"/>
            <a:ext cx="10021402" cy="2498690"/>
          </a:xfrm>
          <a:prstGeom prst="roundRect">
            <a:avLst>
              <a:gd name="adj" fmla="val 3394"/>
            </a:avLst>
          </a:prstGeom>
          <a:solidFill>
            <a:srgbClr val="192934"/>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824" name="Google Shape;824;p15"/>
          <p:cNvSpPr txBox="1"/>
          <p:nvPr/>
        </p:nvSpPr>
        <p:spPr>
          <a:xfrm>
            <a:off x="1444925" y="3695179"/>
            <a:ext cx="9669000" cy="4823243"/>
          </a:xfrm>
          <a:prstGeom prst="rect">
            <a:avLst/>
          </a:prstGeom>
          <a:noFill/>
          <a:ln>
            <a:noFill/>
          </a:ln>
        </p:spPr>
        <p:txBody>
          <a:bodyPr spcFirstLastPara="1" wrap="square" lIns="0" tIns="0" rIns="0" bIns="0" anchor="t" anchorCtr="0">
            <a:spAutoFit/>
          </a:bodyPr>
          <a:lstStyle/>
          <a:p>
            <a:pPr marL="0" marR="0" lvl="0" indent="0" algn="l" rtl="0">
              <a:lnSpc>
                <a:spcPct val="140025"/>
              </a:lnSpc>
              <a:spcBef>
                <a:spcPts val="0"/>
              </a:spcBef>
              <a:spcAft>
                <a:spcPts val="0"/>
              </a:spcAft>
              <a:buNone/>
            </a:pPr>
            <a:r>
              <a:rPr lang="en-US" sz="1599" b="0" i="0" u="none" strike="noStrike" cap="none" dirty="0">
                <a:solidFill>
                  <a:srgbClr val="FFFEF8"/>
                </a:solidFill>
                <a:latin typeface="Arimo"/>
                <a:ea typeface="Arimo"/>
                <a:cs typeface="Arimo"/>
                <a:sym typeface="Arimo"/>
              </a:rPr>
              <a:t>Whether you're looking to dive into coding for the first time or expanding your programming skills, Python is a great language to learn. Known for its simplicity and versatility, Python is used in a wide range of applications, from web development to data science and automation.</a:t>
            </a:r>
            <a:endParaRPr dirty="0">
              <a:solidFill>
                <a:srgbClr val="FFFEF8"/>
              </a:solidFill>
            </a:endParaRPr>
          </a:p>
          <a:p>
            <a:pPr marL="0" marR="0" lvl="0" indent="0" algn="l" rtl="0">
              <a:lnSpc>
                <a:spcPct val="140025"/>
              </a:lnSpc>
              <a:spcBef>
                <a:spcPts val="0"/>
              </a:spcBef>
              <a:spcAft>
                <a:spcPts val="0"/>
              </a:spcAft>
              <a:buNone/>
            </a:pPr>
            <a:r>
              <a:rPr lang="en-US" sz="1599" b="0" i="0" u="none" strike="noStrike" cap="none" dirty="0">
                <a:solidFill>
                  <a:srgbClr val="FFFEF8"/>
                </a:solidFill>
                <a:latin typeface="Arimo"/>
                <a:ea typeface="Arimo"/>
                <a:cs typeface="Arimo"/>
                <a:sym typeface="Arimo"/>
              </a:rPr>
              <a:t>To get started with Python, you'll need to install the Python interpreter on your computer. You can download the latest version of Python from the official website and follow the installation instructions for your operating system.</a:t>
            </a:r>
            <a:endParaRPr dirty="0">
              <a:solidFill>
                <a:srgbClr val="FFFEF8"/>
              </a:solidFill>
            </a:endParaRPr>
          </a:p>
          <a:p>
            <a:pPr marL="0" marR="0" lvl="0" indent="0" algn="l" rtl="0">
              <a:lnSpc>
                <a:spcPct val="140025"/>
              </a:lnSpc>
              <a:spcBef>
                <a:spcPts val="0"/>
              </a:spcBef>
              <a:spcAft>
                <a:spcPts val="0"/>
              </a:spcAft>
              <a:buNone/>
            </a:pPr>
            <a:endParaRPr sz="1599" b="0" i="0" u="none" strike="noStrike" cap="none" dirty="0">
              <a:solidFill>
                <a:srgbClr val="FFFEF8"/>
              </a:solidFill>
              <a:latin typeface="Arimo"/>
              <a:ea typeface="Arimo"/>
              <a:cs typeface="Arimo"/>
              <a:sym typeface="Arimo"/>
            </a:endParaRPr>
          </a:p>
          <a:p>
            <a:pPr marL="0" marR="0" lvl="0" indent="0" algn="l" rtl="0">
              <a:lnSpc>
                <a:spcPct val="140025"/>
              </a:lnSpc>
              <a:spcBef>
                <a:spcPts val="0"/>
              </a:spcBef>
              <a:spcAft>
                <a:spcPts val="0"/>
              </a:spcAft>
              <a:buNone/>
            </a:pPr>
            <a:r>
              <a:rPr lang="en-US" sz="1599" b="0" i="0" u="none" strike="noStrike" cap="none" dirty="0">
                <a:solidFill>
                  <a:srgbClr val="FFFEF8"/>
                </a:solidFill>
                <a:latin typeface="Arimo"/>
                <a:ea typeface="Arimo"/>
                <a:cs typeface="Arimo"/>
                <a:sym typeface="Arimo"/>
              </a:rPr>
              <a:t>Once Python is installed, you can start writing and running Python code using a text editor or an integrated development environment (IDE). There are many resources available online to help you learn Python, including tutorials, documentation, and online courses.</a:t>
            </a:r>
            <a:endParaRPr dirty="0">
              <a:solidFill>
                <a:srgbClr val="FFFEF8"/>
              </a:solidFill>
            </a:endParaRPr>
          </a:p>
          <a:p>
            <a:pPr marL="0" marR="0" lvl="0" indent="0" algn="l" rtl="0">
              <a:lnSpc>
                <a:spcPct val="140025"/>
              </a:lnSpc>
              <a:spcBef>
                <a:spcPts val="0"/>
              </a:spcBef>
              <a:spcAft>
                <a:spcPts val="0"/>
              </a:spcAft>
              <a:buNone/>
            </a:pPr>
            <a:r>
              <a:rPr lang="en-US" sz="1599" b="0" i="0" u="none" strike="noStrike" cap="none" dirty="0">
                <a:solidFill>
                  <a:srgbClr val="FFFEF8"/>
                </a:solidFill>
                <a:latin typeface="Arimo"/>
                <a:ea typeface="Arimo"/>
                <a:cs typeface="Arimo"/>
                <a:sym typeface="Arimo"/>
              </a:rPr>
              <a:t>One of the best ways to learn Python is by practicing coding exercises and projects. By working on real-world problems and projects, you'll not only improve your Python skills but also gain practical experience in using the language.</a:t>
            </a:r>
            <a:endParaRPr dirty="0">
              <a:solidFill>
                <a:srgbClr val="FFFEF8"/>
              </a:solidFill>
            </a:endParaRPr>
          </a:p>
          <a:p>
            <a:pPr marL="0" marR="0" lvl="0" indent="0" algn="l" rtl="0">
              <a:lnSpc>
                <a:spcPct val="140025"/>
              </a:lnSpc>
              <a:spcBef>
                <a:spcPts val="0"/>
              </a:spcBef>
              <a:spcAft>
                <a:spcPts val="0"/>
              </a:spcAft>
              <a:buNone/>
            </a:pPr>
            <a:endParaRPr sz="1599" b="0" i="0" u="none" strike="noStrike" cap="none" dirty="0">
              <a:solidFill>
                <a:srgbClr val="FFFEF8"/>
              </a:solidFill>
              <a:latin typeface="Arimo"/>
              <a:ea typeface="Arimo"/>
              <a:cs typeface="Arimo"/>
              <a:sym typeface="Arimo"/>
            </a:endParaRPr>
          </a:p>
        </p:txBody>
      </p:sp>
      <p:pic>
        <p:nvPicPr>
          <p:cNvPr id="838" name="Google Shape;838;p15"/>
          <p:cNvPicPr preferRelativeResize="0"/>
          <p:nvPr/>
        </p:nvPicPr>
        <p:blipFill>
          <a:blip r:embed="rId3">
            <a:alphaModFix/>
          </a:blip>
          <a:stretch>
            <a:fillRect/>
          </a:stretch>
        </p:blipFill>
        <p:spPr>
          <a:xfrm>
            <a:off x="11571125" y="1519200"/>
            <a:ext cx="5851051" cy="6442440"/>
          </a:xfrm>
          <a:prstGeom prst="rect">
            <a:avLst/>
          </a:prstGeom>
          <a:noFill/>
          <a:ln>
            <a:noFill/>
          </a:ln>
        </p:spPr>
      </p:pic>
      <p:sp>
        <p:nvSpPr>
          <p:cNvPr id="17" name="Google Shape;756;p14">
            <a:extLst>
              <a:ext uri="{FF2B5EF4-FFF2-40B4-BE49-F238E27FC236}">
                <a16:creationId xmlns:a16="http://schemas.microsoft.com/office/drawing/2014/main" id="{DA92E166-F3DD-2AC3-242D-E64D153366B1}"/>
              </a:ext>
            </a:extLst>
          </p:cNvPr>
          <p:cNvSpPr txBox="1"/>
          <p:nvPr/>
        </p:nvSpPr>
        <p:spPr>
          <a:xfrm>
            <a:off x="1444925" y="1519200"/>
            <a:ext cx="8626523" cy="1181862"/>
          </a:xfrm>
          <a:prstGeom prst="rect">
            <a:avLst/>
          </a:prstGeom>
          <a:noFill/>
          <a:ln>
            <a:noFill/>
          </a:ln>
        </p:spPr>
        <p:txBody>
          <a:bodyPr spcFirstLastPara="1" wrap="square" lIns="0" tIns="0" rIns="0" bIns="0" anchor="t" anchorCtr="0">
            <a:spAutoFit/>
          </a:bodyPr>
          <a:lstStyle/>
          <a:p>
            <a:pPr marL="0" marR="0" lvl="0" indent="0" algn="l" rtl="0">
              <a:lnSpc>
                <a:spcPct val="119996"/>
              </a:lnSpc>
              <a:spcBef>
                <a:spcPts val="0"/>
              </a:spcBef>
              <a:spcAft>
                <a:spcPts val="0"/>
              </a:spcAft>
              <a:buNone/>
            </a:pPr>
            <a:r>
              <a:rPr lang="en-US" sz="6400" b="0" i="0" u="none" strike="noStrike" cap="none" dirty="0">
                <a:solidFill>
                  <a:srgbClr val="CCECFF"/>
                </a:solidFill>
                <a:latin typeface="Anton"/>
                <a:ea typeface="Anton"/>
                <a:cs typeface="Anton"/>
                <a:sym typeface="Anton"/>
              </a:rPr>
              <a:t>Major Technical Solutions</a:t>
            </a:r>
            <a:endParaRPr sz="6400" dirty="0">
              <a:solidFill>
                <a:srgbClr val="CCECFF"/>
              </a:solidFill>
            </a:endParaRPr>
          </a:p>
        </p:txBody>
      </p:sp>
      <p:grpSp>
        <p:nvGrpSpPr>
          <p:cNvPr id="20" name="Group 19">
            <a:extLst>
              <a:ext uri="{FF2B5EF4-FFF2-40B4-BE49-F238E27FC236}">
                <a16:creationId xmlns:a16="http://schemas.microsoft.com/office/drawing/2014/main" id="{F7F37CD6-8629-2068-E256-1FFB98C03DF5}"/>
              </a:ext>
            </a:extLst>
          </p:cNvPr>
          <p:cNvGrpSpPr/>
          <p:nvPr/>
        </p:nvGrpSpPr>
        <p:grpSpPr>
          <a:xfrm>
            <a:off x="9321189" y="894897"/>
            <a:ext cx="1174905" cy="277877"/>
            <a:chOff x="16511244" y="712189"/>
            <a:chExt cx="1045236" cy="240311"/>
          </a:xfrm>
        </p:grpSpPr>
        <p:sp>
          <p:nvSpPr>
            <p:cNvPr id="21" name="Oval 20">
              <a:extLst>
                <a:ext uri="{FF2B5EF4-FFF2-40B4-BE49-F238E27FC236}">
                  <a16:creationId xmlns:a16="http://schemas.microsoft.com/office/drawing/2014/main" id="{7A591275-66FB-CF4F-F0A6-0A579F24F2C0}"/>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Oval 21">
              <a:extLst>
                <a:ext uri="{FF2B5EF4-FFF2-40B4-BE49-F238E27FC236}">
                  <a16:creationId xmlns:a16="http://schemas.microsoft.com/office/drawing/2014/main" id="{C5BB1C7F-67FF-E2D6-AB84-993C0D361434}"/>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Oval 22">
              <a:extLst>
                <a:ext uri="{FF2B5EF4-FFF2-40B4-BE49-F238E27FC236}">
                  <a16:creationId xmlns:a16="http://schemas.microsoft.com/office/drawing/2014/main" id="{ED0016C8-C7BD-9E46-B827-6DB277B2BE69}"/>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58">
          <a:extLst>
            <a:ext uri="{FF2B5EF4-FFF2-40B4-BE49-F238E27FC236}">
              <a16:creationId xmlns:a16="http://schemas.microsoft.com/office/drawing/2014/main" id="{19FC64F9-18B6-AF6B-7FE8-0A2F78B3ED4B}"/>
            </a:ext>
          </a:extLst>
        </p:cNvPr>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2AEADDB7-9E03-4A7C-09CF-8740DBDF1727}"/>
              </a:ext>
            </a:extLst>
          </p:cNvPr>
          <p:cNvSpPr/>
          <p:nvPr/>
        </p:nvSpPr>
        <p:spPr>
          <a:xfrm>
            <a:off x="890224" y="611714"/>
            <a:ext cx="16507552" cy="8852326"/>
          </a:xfrm>
          <a:prstGeom prst="roundRect">
            <a:avLst>
              <a:gd name="adj" fmla="val 3394"/>
            </a:avLst>
          </a:prstGeom>
          <a:solidFill>
            <a:srgbClr val="1F3240"/>
          </a:solidFill>
          <a:ln w="38100">
            <a:solidFill>
              <a:schemeClr val="bg1"/>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CA"/>
          </a:p>
        </p:txBody>
      </p:sp>
      <p:sp>
        <p:nvSpPr>
          <p:cNvPr id="2" name="Google Shape;604;p12">
            <a:extLst>
              <a:ext uri="{FF2B5EF4-FFF2-40B4-BE49-F238E27FC236}">
                <a16:creationId xmlns:a16="http://schemas.microsoft.com/office/drawing/2014/main" id="{6CCC512D-BE60-A8F6-0853-507400904961}"/>
              </a:ext>
            </a:extLst>
          </p:cNvPr>
          <p:cNvSpPr txBox="1"/>
          <p:nvPr/>
        </p:nvSpPr>
        <p:spPr>
          <a:xfrm>
            <a:off x="1835104" y="1125888"/>
            <a:ext cx="12446871" cy="332399"/>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endParaRPr dirty="0"/>
          </a:p>
        </p:txBody>
      </p:sp>
      <p:grpSp>
        <p:nvGrpSpPr>
          <p:cNvPr id="4" name="Group 3">
            <a:extLst>
              <a:ext uri="{FF2B5EF4-FFF2-40B4-BE49-F238E27FC236}">
                <a16:creationId xmlns:a16="http://schemas.microsoft.com/office/drawing/2014/main" id="{4A210194-50B7-CAF9-2341-6E039C754C8F}"/>
              </a:ext>
            </a:extLst>
          </p:cNvPr>
          <p:cNvGrpSpPr/>
          <p:nvPr/>
        </p:nvGrpSpPr>
        <p:grpSpPr>
          <a:xfrm>
            <a:off x="16001917" y="986949"/>
            <a:ext cx="1174905" cy="277877"/>
            <a:chOff x="16511244" y="712189"/>
            <a:chExt cx="1045236" cy="240311"/>
          </a:xfrm>
        </p:grpSpPr>
        <p:sp>
          <p:nvSpPr>
            <p:cNvPr id="5" name="Oval 4">
              <a:extLst>
                <a:ext uri="{FF2B5EF4-FFF2-40B4-BE49-F238E27FC236}">
                  <a16:creationId xmlns:a16="http://schemas.microsoft.com/office/drawing/2014/main" id="{DE01D768-734B-539C-5401-9F77C4001EBE}"/>
                </a:ext>
              </a:extLst>
            </p:cNvPr>
            <p:cNvSpPr/>
            <p:nvPr/>
          </p:nvSpPr>
          <p:spPr>
            <a:xfrm>
              <a:off x="17312640" y="715498"/>
              <a:ext cx="243840" cy="237002"/>
            </a:xfrm>
            <a:prstGeom prst="ellipse">
              <a:avLst/>
            </a:prstGeom>
            <a:solidFill>
              <a:srgbClr val="1CC54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 name="Oval 5">
              <a:extLst>
                <a:ext uri="{FF2B5EF4-FFF2-40B4-BE49-F238E27FC236}">
                  <a16:creationId xmlns:a16="http://schemas.microsoft.com/office/drawing/2014/main" id="{7986FC6E-CE56-97CD-BD22-C2D9A2254217}"/>
                </a:ext>
              </a:extLst>
            </p:cNvPr>
            <p:cNvSpPr/>
            <p:nvPr/>
          </p:nvSpPr>
          <p:spPr>
            <a:xfrm>
              <a:off x="16913900" y="712189"/>
              <a:ext cx="243840" cy="237002"/>
            </a:xfrm>
            <a:prstGeom prst="ellipse">
              <a:avLst/>
            </a:prstGeom>
            <a:solidFill>
              <a:srgbClr val="FFBC3E"/>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Oval 6">
              <a:extLst>
                <a:ext uri="{FF2B5EF4-FFF2-40B4-BE49-F238E27FC236}">
                  <a16:creationId xmlns:a16="http://schemas.microsoft.com/office/drawing/2014/main" id="{D11C30D0-5375-1705-E335-DDD87FD07CAC}"/>
                </a:ext>
              </a:extLst>
            </p:cNvPr>
            <p:cNvSpPr/>
            <p:nvPr/>
          </p:nvSpPr>
          <p:spPr>
            <a:xfrm>
              <a:off x="16511244" y="712189"/>
              <a:ext cx="243840" cy="237002"/>
            </a:xfrm>
            <a:prstGeom prst="ellipse">
              <a:avLst/>
            </a:prstGeom>
            <a:solidFill>
              <a:srgbClr val="F46659"/>
            </a:solidFill>
            <a:ln w="381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9" name="Google Shape;535;p11">
            <a:extLst>
              <a:ext uri="{FF2B5EF4-FFF2-40B4-BE49-F238E27FC236}">
                <a16:creationId xmlns:a16="http://schemas.microsoft.com/office/drawing/2014/main" id="{CEA99D09-99BF-F6B3-6DA4-2E707725A1CC}"/>
              </a:ext>
            </a:extLst>
          </p:cNvPr>
          <p:cNvSpPr txBox="1"/>
          <p:nvPr/>
        </p:nvSpPr>
        <p:spPr>
          <a:xfrm>
            <a:off x="3408017" y="1944275"/>
            <a:ext cx="15341718" cy="1923604"/>
          </a:xfrm>
          <a:prstGeom prst="rect">
            <a:avLst/>
          </a:prstGeom>
          <a:noFill/>
          <a:ln>
            <a:noFill/>
          </a:ln>
        </p:spPr>
        <p:txBody>
          <a:bodyPr spcFirstLastPara="1" wrap="square" lIns="0" tIns="0" rIns="0" bIns="0" anchor="t" anchorCtr="0">
            <a:spAutoFit/>
          </a:bodyPr>
          <a:lstStyle/>
          <a:p>
            <a:pPr marL="0" marR="0" lvl="0" indent="0" algn="l" rtl="0">
              <a:lnSpc>
                <a:spcPct val="100000"/>
              </a:lnSpc>
              <a:spcBef>
                <a:spcPts val="0"/>
              </a:spcBef>
              <a:spcAft>
                <a:spcPts val="0"/>
              </a:spcAft>
              <a:buNone/>
            </a:pPr>
            <a:r>
              <a:rPr lang="en-US" sz="12500" dirty="0">
                <a:solidFill>
                  <a:schemeClr val="tx2">
                    <a:lumMod val="40000"/>
                    <a:lumOff val="60000"/>
                  </a:schemeClr>
                </a:solidFill>
                <a:latin typeface="Anton"/>
                <a:ea typeface="Anton"/>
                <a:cs typeface="Anton"/>
                <a:sym typeface="Anton"/>
              </a:rPr>
              <a:t>Run</a:t>
            </a:r>
            <a:r>
              <a:rPr lang="en-US" sz="12500" dirty="0">
                <a:solidFill>
                  <a:srgbClr val="CCECFF"/>
                </a:solidFill>
                <a:latin typeface="Anton"/>
                <a:ea typeface="Anton"/>
                <a:cs typeface="Anton"/>
                <a:sym typeface="Anton"/>
              </a:rPr>
              <a:t> Demo.exe </a:t>
            </a:r>
            <a:r>
              <a:rPr lang="en-CA" sz="12500" b="1" dirty="0"/>
              <a:t>↵</a:t>
            </a:r>
            <a:endParaRPr lang="en-US" sz="12500" b="0" i="0" u="none" strike="noStrike" cap="none" dirty="0">
              <a:solidFill>
                <a:srgbClr val="FFFEF8"/>
              </a:solidFill>
              <a:latin typeface="Anton"/>
              <a:ea typeface="Anton"/>
              <a:cs typeface="Anton"/>
              <a:sym typeface="Anton"/>
            </a:endParaRPr>
          </a:p>
        </p:txBody>
      </p:sp>
      <p:sp>
        <p:nvSpPr>
          <p:cNvPr id="600" name="Google Shape;600;p12">
            <a:extLst>
              <a:ext uri="{FF2B5EF4-FFF2-40B4-BE49-F238E27FC236}">
                <a16:creationId xmlns:a16="http://schemas.microsoft.com/office/drawing/2014/main" id="{F1BDD071-95D9-B870-2E5C-16E9B4446C3D}"/>
              </a:ext>
            </a:extLst>
          </p:cNvPr>
          <p:cNvSpPr txBox="1"/>
          <p:nvPr/>
        </p:nvSpPr>
        <p:spPr>
          <a:xfrm>
            <a:off x="3408017" y="3987105"/>
            <a:ext cx="12009783" cy="1255728"/>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6800" dirty="0">
                <a:solidFill>
                  <a:schemeClr val="accent2">
                    <a:lumMod val="40000"/>
                    <a:lumOff val="60000"/>
                  </a:schemeClr>
                </a:solidFill>
                <a:latin typeface="Anton"/>
                <a:sym typeface="Anton"/>
              </a:rPr>
              <a:t>loading</a:t>
            </a:r>
            <a:r>
              <a:rPr lang="en-US" sz="6800" dirty="0">
                <a:solidFill>
                  <a:srgbClr val="CCECFF"/>
                </a:solidFill>
                <a:latin typeface="Anton"/>
                <a:sym typeface="Anton"/>
              </a:rPr>
              <a:t> Demo.VPS.exe . . .  </a:t>
            </a:r>
            <a:endParaRPr lang="en-US" sz="12500" dirty="0">
              <a:solidFill>
                <a:srgbClr val="CCECFF"/>
              </a:solidFill>
            </a:endParaRPr>
          </a:p>
        </p:txBody>
      </p:sp>
      <p:sp>
        <p:nvSpPr>
          <p:cNvPr id="11" name="Google Shape;600;p12">
            <a:extLst>
              <a:ext uri="{FF2B5EF4-FFF2-40B4-BE49-F238E27FC236}">
                <a16:creationId xmlns:a16="http://schemas.microsoft.com/office/drawing/2014/main" id="{A2A7E1A2-BB91-7058-1BE8-2C1E0A72708C}"/>
              </a:ext>
            </a:extLst>
          </p:cNvPr>
          <p:cNvSpPr txBox="1"/>
          <p:nvPr/>
        </p:nvSpPr>
        <p:spPr>
          <a:xfrm>
            <a:off x="3408017" y="5479122"/>
            <a:ext cx="11704983" cy="1255728"/>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6800" dirty="0">
                <a:solidFill>
                  <a:schemeClr val="accent2">
                    <a:lumMod val="40000"/>
                    <a:lumOff val="60000"/>
                  </a:schemeClr>
                </a:solidFill>
                <a:latin typeface="Anton"/>
                <a:sym typeface="Anton"/>
              </a:rPr>
              <a:t>loading</a:t>
            </a:r>
            <a:r>
              <a:rPr lang="en-US" sz="6800" dirty="0">
                <a:solidFill>
                  <a:srgbClr val="CCECFF"/>
                </a:solidFill>
                <a:latin typeface="Anton"/>
                <a:sym typeface="Anton"/>
              </a:rPr>
              <a:t> Demo.DOCKER.exe . . .  </a:t>
            </a:r>
            <a:endParaRPr lang="en-US" sz="12500" dirty="0">
              <a:solidFill>
                <a:srgbClr val="CCECFF"/>
              </a:solidFill>
            </a:endParaRPr>
          </a:p>
        </p:txBody>
      </p:sp>
      <p:sp>
        <p:nvSpPr>
          <p:cNvPr id="12" name="Google Shape;600;p12">
            <a:extLst>
              <a:ext uri="{FF2B5EF4-FFF2-40B4-BE49-F238E27FC236}">
                <a16:creationId xmlns:a16="http://schemas.microsoft.com/office/drawing/2014/main" id="{D9999635-D8FA-75F7-28AA-01991937FD21}"/>
              </a:ext>
            </a:extLst>
          </p:cNvPr>
          <p:cNvSpPr txBox="1"/>
          <p:nvPr/>
        </p:nvSpPr>
        <p:spPr>
          <a:xfrm>
            <a:off x="3408018" y="6904253"/>
            <a:ext cx="13153316" cy="1255728"/>
          </a:xfrm>
          <a:prstGeom prst="rect">
            <a:avLst/>
          </a:prstGeom>
          <a:noFill/>
          <a:ln>
            <a:noFill/>
          </a:ln>
        </p:spPr>
        <p:txBody>
          <a:bodyPr spcFirstLastPara="1" wrap="square" lIns="0" tIns="0" rIns="0" bIns="0" anchor="t" anchorCtr="0">
            <a:spAutoFit/>
          </a:bodyPr>
          <a:lstStyle/>
          <a:p>
            <a:pPr marL="0" marR="0" lvl="0" indent="0" algn="l" rtl="0">
              <a:lnSpc>
                <a:spcPct val="119989"/>
              </a:lnSpc>
              <a:spcBef>
                <a:spcPts val="0"/>
              </a:spcBef>
              <a:spcAft>
                <a:spcPts val="0"/>
              </a:spcAft>
              <a:buNone/>
            </a:pPr>
            <a:r>
              <a:rPr lang="en-US" sz="6800" dirty="0">
                <a:solidFill>
                  <a:schemeClr val="accent2">
                    <a:lumMod val="40000"/>
                    <a:lumOff val="60000"/>
                  </a:schemeClr>
                </a:solidFill>
                <a:latin typeface="Anton"/>
                <a:sym typeface="Anton"/>
              </a:rPr>
              <a:t>loading</a:t>
            </a:r>
            <a:r>
              <a:rPr lang="en-US" sz="6800" dirty="0">
                <a:solidFill>
                  <a:srgbClr val="CCECFF"/>
                </a:solidFill>
                <a:latin typeface="Anton"/>
                <a:sym typeface="Anton"/>
              </a:rPr>
              <a:t> Demo.BASH.SCRIPS.exe . . .  </a:t>
            </a:r>
            <a:endParaRPr lang="en-US" sz="12500" dirty="0">
              <a:solidFill>
                <a:srgbClr val="CCECFF"/>
              </a:solidFill>
            </a:endParaRPr>
          </a:p>
        </p:txBody>
      </p:sp>
      <p:sp>
        <p:nvSpPr>
          <p:cNvPr id="13" name="Google Shape;521;p11">
            <a:extLst>
              <a:ext uri="{FF2B5EF4-FFF2-40B4-BE49-F238E27FC236}">
                <a16:creationId xmlns:a16="http://schemas.microsoft.com/office/drawing/2014/main" id="{BD1AA448-5DF7-92B0-9E8C-699E88313215}"/>
              </a:ext>
            </a:extLst>
          </p:cNvPr>
          <p:cNvSpPr/>
          <p:nvPr/>
        </p:nvSpPr>
        <p:spPr>
          <a:xfrm>
            <a:off x="15190480" y="8329384"/>
            <a:ext cx="1264045" cy="1746841"/>
          </a:xfrm>
          <a:custGeom>
            <a:avLst/>
            <a:gdLst/>
            <a:ahLst/>
            <a:cxnLst/>
            <a:rect l="l" t="t" r="r" b="b"/>
            <a:pathLst>
              <a:path w="836443" h="1333460" extrusionOk="0">
                <a:moveTo>
                  <a:pt x="0" y="0"/>
                </a:moveTo>
                <a:lnTo>
                  <a:pt x="836443" y="0"/>
                </a:lnTo>
                <a:lnTo>
                  <a:pt x="836443" y="1333460"/>
                </a:lnTo>
                <a:lnTo>
                  <a:pt x="0" y="1333460"/>
                </a:lnTo>
                <a:lnTo>
                  <a:pt x="0" y="0"/>
                </a:lnTo>
                <a:close/>
              </a:path>
            </a:pathLst>
          </a:custGeom>
          <a:blipFill rotWithShape="1">
            <a:blip r:embed="rId3">
              <a:alphaModFix/>
              <a:biLevel thresh="50000"/>
            </a:blip>
            <a:stretch>
              <a:fillRect/>
            </a:stretch>
          </a:blipFill>
          <a:ln>
            <a:noFill/>
          </a:ln>
        </p:spPr>
        <p:txBody>
          <a:bodyPr/>
          <a:lstStyle/>
          <a:p>
            <a:endParaRPr lang="en-CA"/>
          </a:p>
        </p:txBody>
      </p:sp>
    </p:spTree>
    <p:extLst>
      <p:ext uri="{BB962C8B-B14F-4D97-AF65-F5344CB8AC3E}">
        <p14:creationId xmlns:p14="http://schemas.microsoft.com/office/powerpoint/2010/main" val="113271784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B5F27"/>
      </a:dk2>
      <a:lt2>
        <a:srgbClr val="D8FC68"/>
      </a:lt2>
      <a:accent1>
        <a:srgbClr val="DDC855"/>
      </a:accent1>
      <a:accent2>
        <a:srgbClr val="FCA03D"/>
      </a:accent2>
      <a:accent3>
        <a:srgbClr val="E36439"/>
      </a:accent3>
      <a:accent4>
        <a:srgbClr val="C2935B"/>
      </a:accent4>
      <a:accent5>
        <a:srgbClr val="88C25C"/>
      </a:accent5>
      <a:accent6>
        <a:srgbClr val="BFCC86"/>
      </a:accent6>
      <a:hlink>
        <a:srgbClr val="FFCE23"/>
      </a:hlink>
      <a:folHlink>
        <a:srgbClr val="FDEB86"/>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88000"/>
                <a:satMod val="148000"/>
                <a:lumMod val="150000"/>
              </a:schemeClr>
            </a:gs>
            <a:gs pos="100000">
              <a:schemeClr val="phClr">
                <a:shade val="92000"/>
                <a:hueMod val="104000"/>
                <a:satMod val="140000"/>
                <a:lumMod val="68000"/>
              </a:schemeClr>
            </a:gs>
          </a:gsLst>
          <a:lin ang="5040000" scaled="0"/>
        </a:gradFill>
        <a:blipFill>
          <a:blip xmlns:r="http://schemas.openxmlformats.org/officeDocument/2006/relationships" r:embed="rId1">
            <a:duotone>
              <a:schemeClr val="phClr">
                <a:shade val="88000"/>
                <a:hueMod val="106000"/>
                <a:satMod val="140000"/>
                <a:lumMod val="54000"/>
              </a:schemeClr>
              <a:schemeClr val="phClr">
                <a:tint val="98000"/>
                <a:hueMod val="82000"/>
                <a:satMod val="150000"/>
                <a:lumMod val="16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97ECCC31-8429-4523-BE8D-8F09B7A4D46D}"/>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TM04033919[[fn=Circuit]]</Template>
  <TotalTime>67</TotalTime>
  <Words>371</Words>
  <Application>Microsoft Office PowerPoint</Application>
  <PresentationFormat>Custom</PresentationFormat>
  <Paragraphs>38</Paragraphs>
  <Slides>5</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Calibri</vt:lpstr>
      <vt:lpstr>Tw Cen MT</vt:lpstr>
      <vt:lpstr>Anton</vt:lpstr>
      <vt:lpstr>Arimo</vt:lpstr>
      <vt:lpstr>Calibri Light</vt:lpstr>
      <vt:lpstr>Arial</vt:lpstr>
      <vt:lpstr>Circuit</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Sabrina Robinson</dc:creator>
  <cp:lastModifiedBy>Sabrina Robinson</cp:lastModifiedBy>
  <cp:revision>6</cp:revision>
  <dcterms:modified xsi:type="dcterms:W3CDTF">2025-05-15T21:29:13Z</dcterms:modified>
</cp:coreProperties>
</file>