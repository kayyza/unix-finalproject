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4" r:id="rId1"/>
  </p:sldMasterIdLst>
  <p:notesMasterIdLst>
    <p:notesMasterId r:id="rId14"/>
  </p:notesMasterIdLst>
  <p:sldIdLst>
    <p:sldId id="256" r:id="rId2"/>
    <p:sldId id="275" r:id="rId3"/>
    <p:sldId id="259" r:id="rId4"/>
    <p:sldId id="260" r:id="rId5"/>
    <p:sldId id="283" r:id="rId6"/>
    <p:sldId id="276" r:id="rId7"/>
    <p:sldId id="277" r:id="rId8"/>
    <p:sldId id="278" r:id="rId9"/>
    <p:sldId id="279" r:id="rId10"/>
    <p:sldId id="280" r:id="rId11"/>
    <p:sldId id="281" r:id="rId12"/>
    <p:sldId id="282" r:id="rId13"/>
  </p:sldIdLst>
  <p:sldSz cx="18288000" cy="10287000"/>
  <p:notesSz cx="6858000" cy="9144000"/>
  <p:embeddedFontLst>
    <p:embeddedFont>
      <p:font typeface="Anton" pitchFamily="2" charset="0"/>
      <p:regular r:id="rId15"/>
    </p:embeddedFont>
    <p:embeddedFont>
      <p:font typeface="Arimo" panose="020B0604020202020204" charset="0"/>
      <p:regular r:id="rId16"/>
      <p:bold r:id="rId17"/>
      <p:italic r:id="rId18"/>
      <p:boldItalic r:id="rId19"/>
    </p:embeddedFont>
    <p:embeddedFont>
      <p:font typeface="Tw Cen MT" panose="020B0602020104020603" pitchFamily="34" charset="0"/>
      <p:regular r:id="rId20"/>
      <p:bold r:id="rId21"/>
      <p:italic r:id="rId22"/>
      <p:boldItalic r:id="rId2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FB68"/>
    <a:srgbClr val="CCECFF"/>
    <a:srgbClr val="16242F"/>
    <a:srgbClr val="586248"/>
    <a:srgbClr val="FFFEF8"/>
    <a:srgbClr val="F46659"/>
    <a:srgbClr val="192934"/>
    <a:srgbClr val="5EC9CC"/>
    <a:srgbClr val="1CC549"/>
    <a:srgbClr val="FFBC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p:scale>
          <a:sx n="50" d="100"/>
          <a:sy n="50" d="100"/>
        </p:scale>
        <p:origin x="883" y="53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7" name="Google Shape;45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a:extLst>
            <a:ext uri="{FF2B5EF4-FFF2-40B4-BE49-F238E27FC236}">
              <a16:creationId xmlns:a16="http://schemas.microsoft.com/office/drawing/2014/main" id="{41B7DD28-C6E2-ED9E-C181-A337C542BBD8}"/>
            </a:ext>
          </a:extLst>
        </p:cNvPr>
        <p:cNvGrpSpPr/>
        <p:nvPr/>
      </p:nvGrpSpPr>
      <p:grpSpPr>
        <a:xfrm>
          <a:off x="0" y="0"/>
          <a:ext cx="0" cy="0"/>
          <a:chOff x="0" y="0"/>
          <a:chExt cx="0" cy="0"/>
        </a:xfrm>
      </p:grpSpPr>
      <p:sp>
        <p:nvSpPr>
          <p:cNvPr id="456" name="Google Shape;456;p1:notes">
            <a:extLst>
              <a:ext uri="{FF2B5EF4-FFF2-40B4-BE49-F238E27FC236}">
                <a16:creationId xmlns:a16="http://schemas.microsoft.com/office/drawing/2014/main" id="{6280B6B1-46BE-3102-77A0-591A67D175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7" name="Google Shape;457;p1:notes">
            <a:extLst>
              <a:ext uri="{FF2B5EF4-FFF2-40B4-BE49-F238E27FC236}">
                <a16:creationId xmlns:a16="http://schemas.microsoft.com/office/drawing/2014/main" id="{E9766C7A-4D06-4F3B-1E27-EA30B44EA1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9342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1" name="Google Shape;7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1" name="Google Shape;76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a:extLst>
            <a:ext uri="{FF2B5EF4-FFF2-40B4-BE49-F238E27FC236}">
              <a16:creationId xmlns:a16="http://schemas.microsoft.com/office/drawing/2014/main" id="{1BDDDA34-00C5-9F6A-BEE7-C5B386C801EB}"/>
            </a:ext>
          </a:extLst>
        </p:cNvPr>
        <p:cNvGrpSpPr/>
        <p:nvPr/>
      </p:nvGrpSpPr>
      <p:grpSpPr>
        <a:xfrm>
          <a:off x="0" y="0"/>
          <a:ext cx="0" cy="0"/>
          <a:chOff x="0" y="0"/>
          <a:chExt cx="0" cy="0"/>
        </a:xfrm>
      </p:grpSpPr>
      <p:sp>
        <p:nvSpPr>
          <p:cNvPr id="760" name="Google Shape;760;p5:notes">
            <a:extLst>
              <a:ext uri="{FF2B5EF4-FFF2-40B4-BE49-F238E27FC236}">
                <a16:creationId xmlns:a16="http://schemas.microsoft.com/office/drawing/2014/main" id="{7D4260A8-AE69-6235-2347-70A563B41A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1" name="Google Shape;761;p5:notes">
            <a:extLst>
              <a:ext uri="{FF2B5EF4-FFF2-40B4-BE49-F238E27FC236}">
                <a16:creationId xmlns:a16="http://schemas.microsoft.com/office/drawing/2014/main" id="{3AB905DD-3D11-D956-4A1F-7DAD3E187E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01933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a:extLst>
            <a:ext uri="{FF2B5EF4-FFF2-40B4-BE49-F238E27FC236}">
              <a16:creationId xmlns:a16="http://schemas.microsoft.com/office/drawing/2014/main" id="{F9938FB7-D0E0-2F99-EDA1-A9B840A54996}"/>
            </a:ext>
          </a:extLst>
        </p:cNvPr>
        <p:cNvGrpSpPr/>
        <p:nvPr/>
      </p:nvGrpSpPr>
      <p:grpSpPr>
        <a:xfrm>
          <a:off x="0" y="0"/>
          <a:ext cx="0" cy="0"/>
          <a:chOff x="0" y="0"/>
          <a:chExt cx="0" cy="0"/>
        </a:xfrm>
      </p:grpSpPr>
      <p:sp>
        <p:nvSpPr>
          <p:cNvPr id="456" name="Google Shape;456;p1:notes">
            <a:extLst>
              <a:ext uri="{FF2B5EF4-FFF2-40B4-BE49-F238E27FC236}">
                <a16:creationId xmlns:a16="http://schemas.microsoft.com/office/drawing/2014/main" id="{6284A8DA-EB38-46A7-F820-D52ED3AE55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7" name="Google Shape;457;p1:notes">
            <a:extLst>
              <a:ext uri="{FF2B5EF4-FFF2-40B4-BE49-F238E27FC236}">
                <a16:creationId xmlns:a16="http://schemas.microsoft.com/office/drawing/2014/main" id="{4A3028BB-9AF3-EC5A-73D4-56C24FE4BC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00447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a:extLst>
            <a:ext uri="{FF2B5EF4-FFF2-40B4-BE49-F238E27FC236}">
              <a16:creationId xmlns:a16="http://schemas.microsoft.com/office/drawing/2014/main" id="{DABCEE3A-46CC-66D1-99E7-3FF93C519F55}"/>
            </a:ext>
          </a:extLst>
        </p:cNvPr>
        <p:cNvGrpSpPr/>
        <p:nvPr/>
      </p:nvGrpSpPr>
      <p:grpSpPr>
        <a:xfrm>
          <a:off x="0" y="0"/>
          <a:ext cx="0" cy="0"/>
          <a:chOff x="0" y="0"/>
          <a:chExt cx="0" cy="0"/>
        </a:xfrm>
      </p:grpSpPr>
      <p:sp>
        <p:nvSpPr>
          <p:cNvPr id="760" name="Google Shape;760;p5:notes">
            <a:extLst>
              <a:ext uri="{FF2B5EF4-FFF2-40B4-BE49-F238E27FC236}">
                <a16:creationId xmlns:a16="http://schemas.microsoft.com/office/drawing/2014/main" id="{8D030606-44F4-DA37-629B-C40C74C77B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1" name="Google Shape;761;p5:notes">
            <a:extLst>
              <a:ext uri="{FF2B5EF4-FFF2-40B4-BE49-F238E27FC236}">
                <a16:creationId xmlns:a16="http://schemas.microsoft.com/office/drawing/2014/main" id="{D2F8E7FD-334C-C2BF-D7F0-EF31714FF9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48740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a:extLst>
            <a:ext uri="{FF2B5EF4-FFF2-40B4-BE49-F238E27FC236}">
              <a16:creationId xmlns:a16="http://schemas.microsoft.com/office/drawing/2014/main" id="{7168D7F3-0669-9271-8A80-3F11A5153ED8}"/>
            </a:ext>
          </a:extLst>
        </p:cNvPr>
        <p:cNvGrpSpPr/>
        <p:nvPr/>
      </p:nvGrpSpPr>
      <p:grpSpPr>
        <a:xfrm>
          <a:off x="0" y="0"/>
          <a:ext cx="0" cy="0"/>
          <a:chOff x="0" y="0"/>
          <a:chExt cx="0" cy="0"/>
        </a:xfrm>
      </p:grpSpPr>
      <p:sp>
        <p:nvSpPr>
          <p:cNvPr id="760" name="Google Shape;760;p5:notes">
            <a:extLst>
              <a:ext uri="{FF2B5EF4-FFF2-40B4-BE49-F238E27FC236}">
                <a16:creationId xmlns:a16="http://schemas.microsoft.com/office/drawing/2014/main" id="{498C80EA-2397-EA1F-0576-60628DE65C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1" name="Google Shape;761;p5:notes">
            <a:extLst>
              <a:ext uri="{FF2B5EF4-FFF2-40B4-BE49-F238E27FC236}">
                <a16:creationId xmlns:a16="http://schemas.microsoft.com/office/drawing/2014/main" id="{4219F0A2-5509-0EF4-2AD2-6DC5D00328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71444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a:extLst>
            <a:ext uri="{FF2B5EF4-FFF2-40B4-BE49-F238E27FC236}">
              <a16:creationId xmlns:a16="http://schemas.microsoft.com/office/drawing/2014/main" id="{BDCD6F3A-F950-98DA-D309-C248050A9D6A}"/>
            </a:ext>
          </a:extLst>
        </p:cNvPr>
        <p:cNvGrpSpPr/>
        <p:nvPr/>
      </p:nvGrpSpPr>
      <p:grpSpPr>
        <a:xfrm>
          <a:off x="0" y="0"/>
          <a:ext cx="0" cy="0"/>
          <a:chOff x="0" y="0"/>
          <a:chExt cx="0" cy="0"/>
        </a:xfrm>
      </p:grpSpPr>
      <p:sp>
        <p:nvSpPr>
          <p:cNvPr id="760" name="Google Shape;760;p5:notes">
            <a:extLst>
              <a:ext uri="{FF2B5EF4-FFF2-40B4-BE49-F238E27FC236}">
                <a16:creationId xmlns:a16="http://schemas.microsoft.com/office/drawing/2014/main" id="{1B5EDEDA-56CC-D64A-F468-5F808B18EE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1" name="Google Shape;761;p5:notes">
            <a:extLst>
              <a:ext uri="{FF2B5EF4-FFF2-40B4-BE49-F238E27FC236}">
                <a16:creationId xmlns:a16="http://schemas.microsoft.com/office/drawing/2014/main" id="{57D5D72B-3F53-6A06-E586-F87FDB711D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00777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a:extLst>
            <a:ext uri="{FF2B5EF4-FFF2-40B4-BE49-F238E27FC236}">
              <a16:creationId xmlns:a16="http://schemas.microsoft.com/office/drawing/2014/main" id="{D2B62CBA-CC78-A191-70FC-3795826DA010}"/>
            </a:ext>
          </a:extLst>
        </p:cNvPr>
        <p:cNvGrpSpPr/>
        <p:nvPr/>
      </p:nvGrpSpPr>
      <p:grpSpPr>
        <a:xfrm>
          <a:off x="0" y="0"/>
          <a:ext cx="0" cy="0"/>
          <a:chOff x="0" y="0"/>
          <a:chExt cx="0" cy="0"/>
        </a:xfrm>
      </p:grpSpPr>
      <p:sp>
        <p:nvSpPr>
          <p:cNvPr id="710" name="Google Shape;710;p4:notes">
            <a:extLst>
              <a:ext uri="{FF2B5EF4-FFF2-40B4-BE49-F238E27FC236}">
                <a16:creationId xmlns:a16="http://schemas.microsoft.com/office/drawing/2014/main" id="{BDB8DB29-1917-A5E7-3499-768EEA57C4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1" name="Google Shape;711;p4:notes">
            <a:extLst>
              <a:ext uri="{FF2B5EF4-FFF2-40B4-BE49-F238E27FC236}">
                <a16:creationId xmlns:a16="http://schemas.microsoft.com/office/drawing/2014/main" id="{3FD5A3AB-2655-2C07-E3AA-D8C1E81ECA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17618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a:extLst>
            <a:ext uri="{FF2B5EF4-FFF2-40B4-BE49-F238E27FC236}">
              <a16:creationId xmlns:a16="http://schemas.microsoft.com/office/drawing/2014/main" id="{0EB35195-231D-CB4E-E03A-89897F79DFCA}"/>
            </a:ext>
          </a:extLst>
        </p:cNvPr>
        <p:cNvGrpSpPr/>
        <p:nvPr/>
      </p:nvGrpSpPr>
      <p:grpSpPr>
        <a:xfrm>
          <a:off x="0" y="0"/>
          <a:ext cx="0" cy="0"/>
          <a:chOff x="0" y="0"/>
          <a:chExt cx="0" cy="0"/>
        </a:xfrm>
      </p:grpSpPr>
      <p:sp>
        <p:nvSpPr>
          <p:cNvPr id="456" name="Google Shape;456;p1:notes">
            <a:extLst>
              <a:ext uri="{FF2B5EF4-FFF2-40B4-BE49-F238E27FC236}">
                <a16:creationId xmlns:a16="http://schemas.microsoft.com/office/drawing/2014/main" id="{D55EF861-11C5-3B3D-79C1-378078697D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7" name="Google Shape;457;p1:notes">
            <a:extLst>
              <a:ext uri="{FF2B5EF4-FFF2-40B4-BE49-F238E27FC236}">
                <a16:creationId xmlns:a16="http://schemas.microsoft.com/office/drawing/2014/main" id="{5FDDA0B0-37AF-0953-477C-51629BE9E5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79424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 y="-1"/>
            <a:ext cx="18288005" cy="10287002"/>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1" y="1"/>
            <a:ext cx="3457577" cy="10287002"/>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2814637" y="1683545"/>
            <a:ext cx="13187363" cy="3581400"/>
          </a:xfrm>
        </p:spPr>
        <p:txBody>
          <a:bodyPr anchor="b">
            <a:normAutofit/>
          </a:bodyPr>
          <a:lstStyle>
            <a:lvl1pPr algn="l">
              <a:defRPr sz="7200"/>
            </a:lvl1pPr>
          </a:lstStyle>
          <a:p>
            <a:r>
              <a:rPr lang="en-US"/>
              <a:t>Click to edit Master title style</a:t>
            </a:r>
            <a:endParaRPr lang="en-US" dirty="0"/>
          </a:p>
        </p:txBody>
      </p:sp>
      <p:sp>
        <p:nvSpPr>
          <p:cNvPr id="3" name="Subtitle 2"/>
          <p:cNvSpPr>
            <a:spLocks noGrp="1"/>
          </p:cNvSpPr>
          <p:nvPr>
            <p:ph type="subTitle" idx="1"/>
          </p:nvPr>
        </p:nvSpPr>
        <p:spPr>
          <a:xfrm>
            <a:off x="2814637" y="5403057"/>
            <a:ext cx="13187363" cy="2483643"/>
          </a:xfrm>
        </p:spPr>
        <p:txBody>
          <a:bodyPr>
            <a:normAutofit/>
          </a:bodyPr>
          <a:lstStyle>
            <a:lvl1pPr marL="0" indent="0" algn="l">
              <a:buNone/>
              <a:defRPr sz="3000" cap="all" baseline="0">
                <a:solidFill>
                  <a:schemeClr val="tx2"/>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a:xfrm>
            <a:off x="10616267" y="8115302"/>
            <a:ext cx="4114800" cy="547688"/>
          </a:xfrm>
        </p:spPr>
        <p:txBody>
          <a:bodyPr/>
          <a:lstStyle/>
          <a:p>
            <a:fld id="{B61BEF0D-F0BB-DE4B-95CE-6DB70DBA9567}" type="datetimeFigureOut">
              <a:rPr lang="en-US" smtClean="0"/>
              <a:pPr/>
              <a:t>5/16/2025</a:t>
            </a:fld>
            <a:endParaRPr lang="en-US" dirty="0"/>
          </a:p>
        </p:txBody>
      </p:sp>
      <p:sp>
        <p:nvSpPr>
          <p:cNvPr id="5" name="Footer Placeholder 4"/>
          <p:cNvSpPr>
            <a:spLocks noGrp="1"/>
          </p:cNvSpPr>
          <p:nvPr>
            <p:ph type="ftr" sz="quarter" idx="11"/>
          </p:nvPr>
        </p:nvSpPr>
        <p:spPr>
          <a:xfrm>
            <a:off x="2814636" y="8115302"/>
            <a:ext cx="7687329" cy="547688"/>
          </a:xfrm>
        </p:spPr>
        <p:txBody>
          <a:bodyPr/>
          <a:lstStyle/>
          <a:p>
            <a:endParaRPr lang="en-US" dirty="0"/>
          </a:p>
        </p:txBody>
      </p:sp>
      <p:sp>
        <p:nvSpPr>
          <p:cNvPr id="6" name="Slide Number Placeholder 5"/>
          <p:cNvSpPr>
            <a:spLocks noGrp="1"/>
          </p:cNvSpPr>
          <p:nvPr>
            <p:ph type="sldNum" sz="quarter" idx="12"/>
          </p:nvPr>
        </p:nvSpPr>
        <p:spPr>
          <a:xfrm>
            <a:off x="14845367" y="8115299"/>
            <a:ext cx="1156634" cy="547688"/>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64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04051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12117" y="2128840"/>
            <a:ext cx="14859000" cy="4279106"/>
          </a:xfrm>
        </p:spPr>
        <p:txBody>
          <a:bodyPr anchor="b">
            <a:normAutofit/>
          </a:bodyPr>
          <a:lstStyle>
            <a:lvl1pPr>
              <a:defRPr sz="5400"/>
            </a:lvl1pPr>
          </a:lstStyle>
          <a:p>
            <a:r>
              <a:rPr lang="en-US"/>
              <a:t>Click to edit Master title style</a:t>
            </a:r>
            <a:endParaRPr lang="en-US" dirty="0"/>
          </a:p>
        </p:txBody>
      </p:sp>
      <p:sp>
        <p:nvSpPr>
          <p:cNvPr id="3" name="Text Placeholder 2"/>
          <p:cNvSpPr>
            <a:spLocks noGrp="1"/>
          </p:cNvSpPr>
          <p:nvPr>
            <p:ph type="body" idx="1"/>
          </p:nvPr>
        </p:nvSpPr>
        <p:spPr>
          <a:xfrm>
            <a:off x="1712117" y="6636543"/>
            <a:ext cx="14859000" cy="2062164"/>
          </a:xfrm>
        </p:spPr>
        <p:txBody>
          <a:bodyPr>
            <a:normAutofit/>
          </a:bodyPr>
          <a:lstStyle>
            <a:lvl1pPr marL="0" indent="0">
              <a:buNone/>
              <a:defRPr sz="2700" cap="all" baseline="0">
                <a:solidFill>
                  <a:schemeClr val="tx1">
                    <a:tint val="75000"/>
                  </a:schemeClr>
                </a:solidFill>
              </a:defRPr>
            </a:lvl1pPr>
            <a:lvl2pPr marL="685800" indent="0">
              <a:buNone/>
              <a:defRPr sz="27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7810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712116" y="3374229"/>
            <a:ext cx="7317584" cy="53125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258301" y="3374229"/>
            <a:ext cx="7312817" cy="53125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5/16/2025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4253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712117" y="928690"/>
            <a:ext cx="14859000" cy="2216942"/>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55029" y="3374229"/>
            <a:ext cx="6974675" cy="1235868"/>
          </a:xfrm>
        </p:spPr>
        <p:txBody>
          <a:bodyPr anchor="b"/>
          <a:lstStyle>
            <a:lvl1pPr marL="0" indent="0">
              <a:lnSpc>
                <a:spcPct val="90000"/>
              </a:lnSpc>
              <a:buNone/>
              <a:defRPr sz="3600" b="0" cap="all" baseline="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712116" y="4610096"/>
            <a:ext cx="7317587" cy="40767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601212" y="3374228"/>
            <a:ext cx="6969903" cy="1235868"/>
          </a:xfrm>
        </p:spPr>
        <p:txBody>
          <a:bodyPr anchor="b"/>
          <a:lstStyle>
            <a:lvl1pPr marL="0" indent="0">
              <a:lnSpc>
                <a:spcPct val="90000"/>
              </a:lnSpc>
              <a:buNone/>
              <a:defRPr sz="3600" b="0" cap="all" baseline="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4610096"/>
            <a:ext cx="7312815" cy="40767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5/16/2025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2825029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5/16/2025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58112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5/16/2025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59376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20058" y="914402"/>
            <a:ext cx="5784056" cy="2459826"/>
          </a:xfrm>
        </p:spPr>
        <p:txBody>
          <a:bodyPr anchor="b"/>
          <a:lstStyle>
            <a:lvl1pPr>
              <a:defRPr sz="4800"/>
            </a:lvl1pPr>
          </a:lstStyle>
          <a:p>
            <a:r>
              <a:rPr lang="en-US"/>
              <a:t>Click to edit Master title style</a:t>
            </a:r>
            <a:endParaRPr lang="en-US" dirty="0"/>
          </a:p>
        </p:txBody>
      </p:sp>
      <p:sp>
        <p:nvSpPr>
          <p:cNvPr id="3" name="Content Placeholder 2"/>
          <p:cNvSpPr>
            <a:spLocks noGrp="1"/>
          </p:cNvSpPr>
          <p:nvPr>
            <p:ph idx="1"/>
          </p:nvPr>
        </p:nvSpPr>
        <p:spPr>
          <a:xfrm>
            <a:off x="7734301" y="888999"/>
            <a:ext cx="8836814" cy="779780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720058" y="3374229"/>
            <a:ext cx="5784056" cy="5312571"/>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36014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12120" y="914400"/>
            <a:ext cx="8901762" cy="2459829"/>
          </a:xfrm>
        </p:spPr>
        <p:txBody>
          <a:bodyPr anchor="b"/>
          <a:lstStyle>
            <a:lvl1pPr>
              <a:defRPr sz="4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071082" y="914402"/>
            <a:ext cx="5500035" cy="77723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712116" y="3374229"/>
            <a:ext cx="8901767" cy="5312571"/>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1668678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12116" y="6456997"/>
            <a:ext cx="14868533" cy="1229033"/>
          </a:xfrm>
        </p:spPr>
        <p:txBody>
          <a:bodyPr anchor="b">
            <a:normAutofit/>
          </a:bodyPr>
          <a:lstStyle>
            <a:lvl1pPr>
              <a:defRPr sz="4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12117" y="909639"/>
            <a:ext cx="14868531" cy="4949667"/>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48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712047" y="7686030"/>
            <a:ext cx="14866289" cy="1023708"/>
          </a:xfrm>
        </p:spPr>
        <p:txBody>
          <a:bodyPr>
            <a:normAutofit/>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9189892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712185" y="914400"/>
            <a:ext cx="14858933" cy="5143500"/>
          </a:xfrm>
        </p:spPr>
        <p:txBody>
          <a:bodyPr anchor="ctr">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1712116" y="6629399"/>
            <a:ext cx="14856689" cy="2057399"/>
          </a:xfrm>
        </p:spPr>
        <p:txBody>
          <a:bodyPr anchor="ctr">
            <a:normAutofit/>
          </a:bodyPr>
          <a:lstStyle>
            <a:lvl1pPr marL="0" indent="0">
              <a:buNone/>
              <a:defRPr sz="27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3020677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69318" y="914399"/>
            <a:ext cx="13954128" cy="4122644"/>
          </a:xfrm>
        </p:spPr>
        <p:txBody>
          <a:bodyPr anchor="ctr">
            <a:normAutofit/>
          </a:bodyPr>
          <a:lstStyle>
            <a:lvl1pPr>
              <a:defRPr sz="5400"/>
            </a:lvl1pPr>
          </a:lstStyle>
          <a:p>
            <a:r>
              <a:rPr lang="en-US"/>
              <a:t>Click to edit Master title style</a:t>
            </a:r>
            <a:endParaRPr lang="en-US" dirty="0"/>
          </a:p>
        </p:txBody>
      </p:sp>
      <p:sp>
        <p:nvSpPr>
          <p:cNvPr id="12" name="Text Placeholder 3"/>
          <p:cNvSpPr>
            <a:spLocks noGrp="1"/>
          </p:cNvSpPr>
          <p:nvPr>
            <p:ph type="body" sz="half" idx="13"/>
          </p:nvPr>
        </p:nvSpPr>
        <p:spPr>
          <a:xfrm>
            <a:off x="2580967" y="5048336"/>
            <a:ext cx="13128449" cy="823452"/>
          </a:xfrm>
        </p:spPr>
        <p:txBody>
          <a:bodyPr anchor="t">
            <a:normAutofit/>
          </a:bodyPr>
          <a:lstStyle>
            <a:lvl1pPr marL="0" indent="0">
              <a:buNone/>
              <a:defRPr sz="21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4" name="Text Placeholder 3"/>
          <p:cNvSpPr>
            <a:spLocks noGrp="1"/>
          </p:cNvSpPr>
          <p:nvPr>
            <p:ph type="body" sz="half" idx="2"/>
          </p:nvPr>
        </p:nvSpPr>
        <p:spPr>
          <a:xfrm>
            <a:off x="1712117" y="6464879"/>
            <a:ext cx="14859003" cy="2234244"/>
          </a:xfrm>
        </p:spPr>
        <p:txBody>
          <a:bodyPr anchor="ctr">
            <a:normAutofit/>
          </a:bodyPr>
          <a:lstStyle>
            <a:lvl1pPr marL="0" indent="0">
              <a:buNone/>
              <a:defRPr sz="27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60" name="TextBox 59"/>
          <p:cNvSpPr txBox="1"/>
          <p:nvPr/>
        </p:nvSpPr>
        <p:spPr>
          <a:xfrm>
            <a:off x="1355268" y="1098591"/>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0" dirty="0">
                <a:solidFill>
                  <a:schemeClr val="tx1"/>
                </a:solidFill>
                <a:effectLst/>
              </a:rPr>
              <a:t>“</a:t>
            </a:r>
          </a:p>
        </p:txBody>
      </p:sp>
      <p:sp>
        <p:nvSpPr>
          <p:cNvPr id="61" name="TextBox 60"/>
          <p:cNvSpPr txBox="1"/>
          <p:nvPr/>
        </p:nvSpPr>
        <p:spPr>
          <a:xfrm>
            <a:off x="15806055" y="4147458"/>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0" dirty="0">
                <a:solidFill>
                  <a:schemeClr val="tx1"/>
                </a:solidFill>
                <a:effectLst/>
              </a:rPr>
              <a:t>”</a:t>
            </a:r>
          </a:p>
        </p:txBody>
      </p:sp>
    </p:spTree>
    <p:extLst>
      <p:ext uri="{BB962C8B-B14F-4D97-AF65-F5344CB8AC3E}">
        <p14:creationId xmlns:p14="http://schemas.microsoft.com/office/powerpoint/2010/main" val="347842397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712116" y="3201062"/>
            <a:ext cx="14859002" cy="3767753"/>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1712047" y="6986483"/>
            <a:ext cx="14856758" cy="1710966"/>
          </a:xfrm>
        </p:spPr>
        <p:txBody>
          <a:bodyPr anchor="t">
            <a:normAutofit/>
          </a:bodyPr>
          <a:lstStyle>
            <a:lvl1pPr marL="0" indent="0">
              <a:buNone/>
              <a:defRPr sz="27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6488482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712120" y="914400"/>
            <a:ext cx="14858997" cy="28575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712116" y="4011695"/>
            <a:ext cx="4795349" cy="1028700"/>
          </a:xfrm>
        </p:spPr>
        <p:txBody>
          <a:bodyPr anchor="b">
            <a:noAutofit/>
          </a:bodyPr>
          <a:lstStyle>
            <a:lvl1pPr marL="0" indent="0">
              <a:lnSpc>
                <a:spcPct val="90000"/>
              </a:lnSpc>
              <a:buNone/>
              <a:defRPr sz="3600" b="0" cap="all" baseline="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8" name="Text Placeholder 3"/>
          <p:cNvSpPr>
            <a:spLocks noGrp="1"/>
          </p:cNvSpPr>
          <p:nvPr>
            <p:ph type="body" sz="half" idx="15"/>
          </p:nvPr>
        </p:nvSpPr>
        <p:spPr>
          <a:xfrm>
            <a:off x="1691878" y="5040395"/>
            <a:ext cx="4813103" cy="3646404"/>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9" name="Text Placeholder 4"/>
          <p:cNvSpPr>
            <a:spLocks noGrp="1"/>
          </p:cNvSpPr>
          <p:nvPr>
            <p:ph type="body" sz="quarter" idx="3"/>
          </p:nvPr>
        </p:nvSpPr>
        <p:spPr>
          <a:xfrm>
            <a:off x="6772150" y="4016453"/>
            <a:ext cx="4776578" cy="1028700"/>
          </a:xfrm>
        </p:spPr>
        <p:txBody>
          <a:bodyPr anchor="b">
            <a:noAutofit/>
          </a:bodyPr>
          <a:lstStyle>
            <a:lvl1pPr marL="0" indent="0">
              <a:lnSpc>
                <a:spcPct val="90000"/>
              </a:lnSpc>
              <a:buNone/>
              <a:defRPr sz="3600" b="0" cap="all" baseline="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0" name="Text Placeholder 3"/>
          <p:cNvSpPr>
            <a:spLocks noGrp="1"/>
          </p:cNvSpPr>
          <p:nvPr>
            <p:ph type="body" sz="half" idx="16"/>
          </p:nvPr>
        </p:nvSpPr>
        <p:spPr>
          <a:xfrm>
            <a:off x="6756320" y="5045153"/>
            <a:ext cx="4793745" cy="3646404"/>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11" name="Text Placeholder 4"/>
          <p:cNvSpPr>
            <a:spLocks noGrp="1"/>
          </p:cNvSpPr>
          <p:nvPr>
            <p:ph type="body" sz="quarter" idx="13"/>
          </p:nvPr>
        </p:nvSpPr>
        <p:spPr>
          <a:xfrm>
            <a:off x="11778663" y="4011695"/>
            <a:ext cx="4792452" cy="1028700"/>
          </a:xfrm>
        </p:spPr>
        <p:txBody>
          <a:bodyPr anchor="b">
            <a:noAutofit/>
          </a:bodyPr>
          <a:lstStyle>
            <a:lvl1pPr marL="0" indent="0">
              <a:lnSpc>
                <a:spcPct val="90000"/>
              </a:lnSpc>
              <a:buNone/>
              <a:defRPr sz="3600" b="0" cap="all" baseline="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2" name="Text Placeholder 3"/>
          <p:cNvSpPr>
            <a:spLocks noGrp="1"/>
          </p:cNvSpPr>
          <p:nvPr>
            <p:ph type="body" sz="half" idx="17"/>
          </p:nvPr>
        </p:nvSpPr>
        <p:spPr>
          <a:xfrm>
            <a:off x="11778663" y="5040395"/>
            <a:ext cx="4792452" cy="3646404"/>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5/16/2025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1869583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712117" y="914400"/>
            <a:ext cx="14858999" cy="28575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712120" y="6606894"/>
            <a:ext cx="4792860" cy="864393"/>
          </a:xfrm>
        </p:spPr>
        <p:txBody>
          <a:bodyPr anchor="b">
            <a:noAutofit/>
          </a:bodyPr>
          <a:lstStyle>
            <a:lvl1pPr marL="0" indent="0">
              <a:lnSpc>
                <a:spcPct val="90000"/>
              </a:lnSpc>
              <a:buNone/>
              <a:defRPr sz="3000" b="0" cap="all" baseline="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20" name="Picture Placeholder 2"/>
          <p:cNvSpPr>
            <a:spLocks noGrp="1" noChangeAspect="1"/>
          </p:cNvSpPr>
          <p:nvPr>
            <p:ph type="pic" idx="15"/>
          </p:nvPr>
        </p:nvSpPr>
        <p:spPr>
          <a:xfrm>
            <a:off x="1712120" y="4000497"/>
            <a:ext cx="4792860" cy="2286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712120" y="7471288"/>
            <a:ext cx="4792860" cy="1226765"/>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22" name="Text Placeholder 4"/>
          <p:cNvSpPr>
            <a:spLocks noGrp="1"/>
          </p:cNvSpPr>
          <p:nvPr>
            <p:ph type="body" sz="quarter" idx="3"/>
          </p:nvPr>
        </p:nvSpPr>
        <p:spPr>
          <a:xfrm>
            <a:off x="6733580" y="6606894"/>
            <a:ext cx="4800600" cy="864393"/>
          </a:xfrm>
        </p:spPr>
        <p:txBody>
          <a:bodyPr anchor="b">
            <a:noAutofit/>
          </a:bodyPr>
          <a:lstStyle>
            <a:lvl1pPr marL="0" indent="0">
              <a:lnSpc>
                <a:spcPct val="90000"/>
              </a:lnSpc>
              <a:buNone/>
              <a:defRPr sz="3000" b="0" cap="all" baseline="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23" name="Picture Placeholder 2"/>
          <p:cNvSpPr>
            <a:spLocks noGrp="1" noChangeAspect="1"/>
          </p:cNvSpPr>
          <p:nvPr>
            <p:ph type="pic" idx="21"/>
          </p:nvPr>
        </p:nvSpPr>
        <p:spPr>
          <a:xfrm>
            <a:off x="6733580" y="4000497"/>
            <a:ext cx="4798410" cy="2286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6731390" y="7471286"/>
            <a:ext cx="4800600" cy="1215513"/>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25" name="Text Placeholder 4"/>
          <p:cNvSpPr>
            <a:spLocks noGrp="1"/>
          </p:cNvSpPr>
          <p:nvPr>
            <p:ph type="body" sz="quarter" idx="13"/>
          </p:nvPr>
        </p:nvSpPr>
        <p:spPr>
          <a:xfrm>
            <a:off x="11778851" y="6606893"/>
            <a:ext cx="4786112" cy="864393"/>
          </a:xfrm>
        </p:spPr>
        <p:txBody>
          <a:bodyPr anchor="b">
            <a:noAutofit/>
          </a:bodyPr>
          <a:lstStyle>
            <a:lvl1pPr marL="0" indent="0">
              <a:lnSpc>
                <a:spcPct val="90000"/>
              </a:lnSpc>
              <a:buNone/>
              <a:defRPr sz="3000" b="0" cap="all" baseline="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26" name="Picture Placeholder 2"/>
          <p:cNvSpPr>
            <a:spLocks noGrp="1" noChangeAspect="1"/>
          </p:cNvSpPr>
          <p:nvPr>
            <p:ph type="pic" idx="22"/>
          </p:nvPr>
        </p:nvSpPr>
        <p:spPr>
          <a:xfrm>
            <a:off x="11778664" y="4000497"/>
            <a:ext cx="4792454" cy="2286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11778663" y="7471281"/>
            <a:ext cx="4792452" cy="1215518"/>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5/16/2025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5323337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14473755"/>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563601" y="914399"/>
            <a:ext cx="3007517" cy="777240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712115" y="914399"/>
            <a:ext cx="11622885" cy="777240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3488227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 y="-1"/>
            <a:ext cx="18288005" cy="10287002"/>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21432" y="1"/>
            <a:ext cx="18080832" cy="10287002"/>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712120" y="927777"/>
            <a:ext cx="14858997" cy="2217855"/>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712119" y="3374230"/>
            <a:ext cx="14858999" cy="531257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185382" y="8824915"/>
            <a:ext cx="4114800" cy="547688"/>
          </a:xfrm>
          <a:prstGeom prst="rect">
            <a:avLst/>
          </a:prstGeom>
        </p:spPr>
        <p:txBody>
          <a:bodyPr vert="horz" lIns="91440" tIns="45720" rIns="91440" bIns="45720" rtlCol="0" anchor="ctr"/>
          <a:lstStyle>
            <a:lvl1pPr algn="r">
              <a:defRPr sz="1575">
                <a:solidFill>
                  <a:schemeClr val="tx1">
                    <a:tint val="75000"/>
                  </a:schemeClr>
                </a:solidFill>
              </a:defRPr>
            </a:lvl1pPr>
          </a:lstStyle>
          <a:p>
            <a:fld id="{B61BEF0D-F0BB-DE4B-95CE-6DB70DBA9567}" type="datetimeFigureOut">
              <a:rPr lang="en-US" smtClean="0"/>
              <a:pPr/>
              <a:t>5/16/2025</a:t>
            </a:fld>
            <a:endParaRPr lang="en-US" dirty="0"/>
          </a:p>
        </p:txBody>
      </p:sp>
      <p:sp>
        <p:nvSpPr>
          <p:cNvPr id="5" name="Footer Placeholder 4"/>
          <p:cNvSpPr>
            <a:spLocks noGrp="1"/>
          </p:cNvSpPr>
          <p:nvPr>
            <p:ph type="ftr" sz="quarter" idx="3"/>
          </p:nvPr>
        </p:nvSpPr>
        <p:spPr>
          <a:xfrm>
            <a:off x="1712117" y="8824913"/>
            <a:ext cx="9358964" cy="547688"/>
          </a:xfrm>
          <a:prstGeom prst="rect">
            <a:avLst/>
          </a:prstGeom>
        </p:spPr>
        <p:txBody>
          <a:bodyPr vert="horz" lIns="91440" tIns="45720" rIns="91440" bIns="45720" rtlCol="0" anchor="ctr"/>
          <a:lstStyle>
            <a:lvl1pPr algn="l">
              <a:defRPr sz="1575"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5414482" y="8824912"/>
            <a:ext cx="1156634" cy="547688"/>
          </a:xfrm>
          <a:prstGeom prst="rect">
            <a:avLst/>
          </a:prstGeom>
        </p:spPr>
        <p:txBody>
          <a:bodyPr vert="horz" lIns="91440" tIns="45720" rIns="91440" bIns="45720" rtlCol="0" anchor="ctr"/>
          <a:lstStyle>
            <a:lvl1pPr algn="r">
              <a:defRPr sz="1575">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78795929"/>
      </p:ext>
    </p:extLst>
  </p:cSld>
  <p:clrMap bg1="dk1" tx1="lt1" bg2="dk2" tx2="lt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Lst>
  <p:hf sldNum="0" hdr="0" ftr="0" dt="0"/>
  <p:txStyles>
    <p:titleStyle>
      <a:lvl1pPr algn="l" defTabSz="1371600" rtl="0" eaLnBrk="1" latinLnBrk="0" hangingPunct="1">
        <a:lnSpc>
          <a:spcPct val="90000"/>
        </a:lnSpc>
        <a:spcBef>
          <a:spcPct val="0"/>
        </a:spcBef>
        <a:buNone/>
        <a:defRPr sz="5400" kern="1200" cap="all" baseline="0">
          <a:solidFill>
            <a:schemeClr val="tx1"/>
          </a:solidFill>
          <a:effectLst>
            <a:outerShdw blurRad="177800" dist="38100" dir="2700000" algn="tl">
              <a:srgbClr val="000000">
                <a:alpha val="24000"/>
              </a:srgbClr>
            </a:outerShdw>
          </a:effectLst>
          <a:latin typeface="+mj-lt"/>
          <a:ea typeface="+mj-ea"/>
          <a:cs typeface="+mj-cs"/>
        </a:defRPr>
      </a:lvl1pPr>
    </p:titleStyle>
    <p:bodyStyle>
      <a:lvl1pPr marL="342900" indent="-342900" algn="l" defTabSz="1371600" rtl="0" eaLnBrk="1" latinLnBrk="0" hangingPunct="1">
        <a:lnSpc>
          <a:spcPct val="120000"/>
        </a:lnSpc>
        <a:spcBef>
          <a:spcPts val="1500"/>
        </a:spcBef>
        <a:buSzPct val="125000"/>
        <a:buFont typeface="Arial" panose="020B0604020202020204" pitchFamily="34" charset="0"/>
        <a:buChar char="•"/>
        <a:defRPr sz="3600" kern="1200">
          <a:solidFill>
            <a:schemeClr val="tx1"/>
          </a:solidFill>
          <a:effectLst>
            <a:outerShdw blurRad="152400" dist="38100" dir="2700000" algn="tl">
              <a:srgbClr val="000000">
                <a:alpha val="36000"/>
              </a:srgbClr>
            </a:outerShdw>
          </a:effectLst>
          <a:latin typeface="+mn-lt"/>
          <a:ea typeface="+mn-ea"/>
          <a:cs typeface="+mn-cs"/>
        </a:defRPr>
      </a:lvl1pPr>
      <a:lvl2pPr marL="1028700" indent="-342900" algn="l" defTabSz="1371600" rtl="0" eaLnBrk="1" latinLnBrk="0" hangingPunct="1">
        <a:lnSpc>
          <a:spcPct val="120000"/>
        </a:lnSpc>
        <a:spcBef>
          <a:spcPts val="750"/>
        </a:spcBef>
        <a:buSzPct val="125000"/>
        <a:buFont typeface="Arial" panose="020B0604020202020204" pitchFamily="34" charset="0"/>
        <a:buChar char="•"/>
        <a:defRPr sz="3000" kern="1200">
          <a:solidFill>
            <a:schemeClr val="tx1"/>
          </a:solidFill>
          <a:effectLst>
            <a:outerShdw blurRad="152400" dist="38100" dir="2700000" algn="tl">
              <a:srgbClr val="000000">
                <a:alpha val="36000"/>
              </a:srgbClr>
            </a:outerShdw>
          </a:effectLst>
          <a:latin typeface="+mn-lt"/>
          <a:ea typeface="+mn-ea"/>
          <a:cs typeface="+mn-cs"/>
        </a:defRPr>
      </a:lvl2pPr>
      <a:lvl3pPr marL="1714500" indent="-342900" algn="l" defTabSz="1371600" rtl="0" eaLnBrk="1" latinLnBrk="0" hangingPunct="1">
        <a:lnSpc>
          <a:spcPct val="120000"/>
        </a:lnSpc>
        <a:spcBef>
          <a:spcPts val="750"/>
        </a:spcBef>
        <a:buSzPct val="125000"/>
        <a:buFont typeface="Arial" panose="020B0604020202020204" pitchFamily="34" charset="0"/>
        <a:buChar char="•"/>
        <a:defRPr sz="2700" kern="1200">
          <a:solidFill>
            <a:schemeClr val="tx1"/>
          </a:solidFill>
          <a:effectLst>
            <a:outerShdw blurRad="152400" dist="38100" dir="2700000" algn="tl">
              <a:srgbClr val="000000">
                <a:alpha val="36000"/>
              </a:srgbClr>
            </a:outerShdw>
          </a:effectLst>
          <a:latin typeface="+mn-lt"/>
          <a:ea typeface="+mn-ea"/>
          <a:cs typeface="+mn-cs"/>
        </a:defRPr>
      </a:lvl3pPr>
      <a:lvl4pPr marL="2400300" indent="-342900" algn="l" defTabSz="1371600" rtl="0" eaLnBrk="1" latinLnBrk="0" hangingPunct="1">
        <a:lnSpc>
          <a:spcPct val="120000"/>
        </a:lnSpc>
        <a:spcBef>
          <a:spcPts val="750"/>
        </a:spcBef>
        <a:buSzPct val="125000"/>
        <a:buFont typeface="Arial" panose="020B0604020202020204" pitchFamily="34" charset="0"/>
        <a:buChar char="•"/>
        <a:defRPr sz="2400" kern="1200">
          <a:solidFill>
            <a:schemeClr val="tx1"/>
          </a:solidFill>
          <a:effectLst>
            <a:outerShdw blurRad="152400" dist="38100" dir="2700000" algn="tl">
              <a:srgbClr val="000000">
                <a:alpha val="36000"/>
              </a:srgbClr>
            </a:outerShdw>
          </a:effectLst>
          <a:latin typeface="+mn-lt"/>
          <a:ea typeface="+mn-ea"/>
          <a:cs typeface="+mn-cs"/>
        </a:defRPr>
      </a:lvl4pPr>
      <a:lvl5pPr marL="3086100" indent="-342900" algn="l" defTabSz="1371600" rtl="0" eaLnBrk="1" latinLnBrk="0" hangingPunct="1">
        <a:lnSpc>
          <a:spcPct val="120000"/>
        </a:lnSpc>
        <a:spcBef>
          <a:spcPts val="750"/>
        </a:spcBef>
        <a:buSzPct val="125000"/>
        <a:buFont typeface="Arial" panose="020B0604020202020204" pitchFamily="34" charset="0"/>
        <a:buChar char="•"/>
        <a:defRPr sz="2400" kern="1200">
          <a:solidFill>
            <a:schemeClr val="tx1"/>
          </a:solidFill>
          <a:effectLst>
            <a:outerShdw blurRad="152400" dist="38100" dir="2700000" algn="tl">
              <a:srgbClr val="000000">
                <a:alpha val="36000"/>
              </a:srgbClr>
            </a:outerShdw>
          </a:effectLst>
          <a:latin typeface="+mn-lt"/>
          <a:ea typeface="+mn-ea"/>
          <a:cs typeface="+mn-cs"/>
        </a:defRPr>
      </a:lvl5pPr>
      <a:lvl6pPr marL="3771900" indent="-342900" algn="l" defTabSz="1371600" rtl="0" eaLnBrk="1" latinLnBrk="0" hangingPunct="1">
        <a:lnSpc>
          <a:spcPct val="120000"/>
        </a:lnSpc>
        <a:spcBef>
          <a:spcPts val="750"/>
        </a:spcBef>
        <a:buSzPct val="125000"/>
        <a:buFont typeface="Arial" panose="020B0604020202020204" pitchFamily="34" charset="0"/>
        <a:buChar char="•"/>
        <a:defRPr sz="2100" kern="1200">
          <a:solidFill>
            <a:schemeClr val="tx1"/>
          </a:solidFill>
          <a:latin typeface="+mn-lt"/>
          <a:ea typeface="+mn-ea"/>
          <a:cs typeface="+mn-cs"/>
        </a:defRPr>
      </a:lvl6pPr>
      <a:lvl7pPr marL="4457700" indent="-342900" algn="l" defTabSz="1371600" rtl="0" eaLnBrk="1" latinLnBrk="0" hangingPunct="1">
        <a:lnSpc>
          <a:spcPct val="120000"/>
        </a:lnSpc>
        <a:spcBef>
          <a:spcPts val="750"/>
        </a:spcBef>
        <a:buSzPct val="125000"/>
        <a:buFont typeface="Arial" panose="020B0604020202020204" pitchFamily="34" charset="0"/>
        <a:buChar char="•"/>
        <a:defRPr sz="2100" kern="1200">
          <a:solidFill>
            <a:schemeClr val="tx1"/>
          </a:solidFill>
          <a:latin typeface="+mn-lt"/>
          <a:ea typeface="+mn-ea"/>
          <a:cs typeface="+mn-cs"/>
        </a:defRPr>
      </a:lvl7pPr>
      <a:lvl8pPr marL="5143500" indent="-342900" algn="l" defTabSz="1371600" rtl="0" eaLnBrk="1" latinLnBrk="0" hangingPunct="1">
        <a:lnSpc>
          <a:spcPct val="120000"/>
        </a:lnSpc>
        <a:spcBef>
          <a:spcPts val="750"/>
        </a:spcBef>
        <a:buSzPct val="125000"/>
        <a:buFont typeface="Arial" panose="020B0604020202020204" pitchFamily="34" charset="0"/>
        <a:buChar char="•"/>
        <a:defRPr sz="2100" kern="1200">
          <a:solidFill>
            <a:schemeClr val="tx1"/>
          </a:solidFill>
          <a:latin typeface="+mn-lt"/>
          <a:ea typeface="+mn-ea"/>
          <a:cs typeface="+mn-cs"/>
        </a:defRPr>
      </a:lvl8pPr>
      <a:lvl9pPr marL="5829300" indent="-342900" algn="l" defTabSz="1371600" rtl="0" eaLnBrk="1" latinLnBrk="0" hangingPunct="1">
        <a:lnSpc>
          <a:spcPct val="120000"/>
        </a:lnSpc>
        <a:spcBef>
          <a:spcPts val="750"/>
        </a:spcBef>
        <a:buSzPct val="125000"/>
        <a:buFont typeface="Arial" panose="020B0604020202020204" pitchFamily="34" charset="0"/>
        <a:buChar char="•"/>
        <a:defRPr sz="21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242F"/>
        </a:solidFill>
        <a:effectLst/>
      </p:bgPr>
    </p:bg>
    <p:spTree>
      <p:nvGrpSpPr>
        <p:cNvPr id="1" name="Shape 458"/>
        <p:cNvGrpSpPr/>
        <p:nvPr/>
      </p:nvGrpSpPr>
      <p:grpSpPr>
        <a:xfrm>
          <a:off x="0" y="0"/>
          <a:ext cx="0" cy="0"/>
          <a:chOff x="0" y="0"/>
          <a:chExt cx="0" cy="0"/>
        </a:xfrm>
      </p:grpSpPr>
      <p:sp>
        <p:nvSpPr>
          <p:cNvPr id="30" name="Rectangle: Rounded Corners 29">
            <a:extLst>
              <a:ext uri="{FF2B5EF4-FFF2-40B4-BE49-F238E27FC236}">
                <a16:creationId xmlns:a16="http://schemas.microsoft.com/office/drawing/2014/main" id="{22286CF1-9595-2A86-7474-25D25CC9BDAA}"/>
              </a:ext>
            </a:extLst>
          </p:cNvPr>
          <p:cNvSpPr/>
          <p:nvPr/>
        </p:nvSpPr>
        <p:spPr>
          <a:xfrm>
            <a:off x="10609757" y="1070722"/>
            <a:ext cx="7260760" cy="6672856"/>
          </a:xfrm>
          <a:prstGeom prst="roundRect">
            <a:avLst>
              <a:gd name="adj" fmla="val 3394"/>
            </a:avLst>
          </a:prstGeom>
          <a:solidFill>
            <a:srgbClr val="192934"/>
          </a:solidFill>
          <a:ln w="38100">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p>
        </p:txBody>
      </p:sp>
      <p:grpSp>
        <p:nvGrpSpPr>
          <p:cNvPr id="37" name="Group 36">
            <a:extLst>
              <a:ext uri="{FF2B5EF4-FFF2-40B4-BE49-F238E27FC236}">
                <a16:creationId xmlns:a16="http://schemas.microsoft.com/office/drawing/2014/main" id="{2FB6FB37-57B8-7EE5-D9B1-C997DD8CB6C7}"/>
              </a:ext>
            </a:extLst>
          </p:cNvPr>
          <p:cNvGrpSpPr/>
          <p:nvPr/>
        </p:nvGrpSpPr>
        <p:grpSpPr>
          <a:xfrm>
            <a:off x="16648404" y="1188475"/>
            <a:ext cx="1045236" cy="247209"/>
            <a:chOff x="16511244" y="712189"/>
            <a:chExt cx="1045236" cy="240311"/>
          </a:xfrm>
        </p:grpSpPr>
        <p:sp>
          <p:nvSpPr>
            <p:cNvPr id="34" name="Oval 33">
              <a:extLst>
                <a:ext uri="{FF2B5EF4-FFF2-40B4-BE49-F238E27FC236}">
                  <a16:creationId xmlns:a16="http://schemas.microsoft.com/office/drawing/2014/main" id="{031ECCAB-5BA1-2841-1B82-60C99F72DE23}"/>
                </a:ext>
              </a:extLst>
            </p:cNvPr>
            <p:cNvSpPr/>
            <p:nvPr/>
          </p:nvSpPr>
          <p:spPr>
            <a:xfrm>
              <a:off x="17312640" y="715498"/>
              <a:ext cx="243840" cy="237002"/>
            </a:xfrm>
            <a:prstGeom prst="ellipse">
              <a:avLst/>
            </a:prstGeom>
            <a:solidFill>
              <a:srgbClr val="1CC54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5" name="Oval 34">
              <a:extLst>
                <a:ext uri="{FF2B5EF4-FFF2-40B4-BE49-F238E27FC236}">
                  <a16:creationId xmlns:a16="http://schemas.microsoft.com/office/drawing/2014/main" id="{5FEE7B5A-FBE4-3FAA-DE9F-15B8F46D0DED}"/>
                </a:ext>
              </a:extLst>
            </p:cNvPr>
            <p:cNvSpPr/>
            <p:nvPr/>
          </p:nvSpPr>
          <p:spPr>
            <a:xfrm>
              <a:off x="16913900" y="712189"/>
              <a:ext cx="243840" cy="237002"/>
            </a:xfrm>
            <a:prstGeom prst="ellipse">
              <a:avLst/>
            </a:prstGeom>
            <a:solidFill>
              <a:srgbClr val="FFBC3E"/>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Oval 35">
              <a:extLst>
                <a:ext uri="{FF2B5EF4-FFF2-40B4-BE49-F238E27FC236}">
                  <a16:creationId xmlns:a16="http://schemas.microsoft.com/office/drawing/2014/main" id="{C0934B04-F08D-9D08-0DD6-F3519A803B99}"/>
                </a:ext>
              </a:extLst>
            </p:cNvPr>
            <p:cNvSpPr/>
            <p:nvPr/>
          </p:nvSpPr>
          <p:spPr>
            <a:xfrm>
              <a:off x="16511244" y="712189"/>
              <a:ext cx="243840" cy="237002"/>
            </a:xfrm>
            <a:prstGeom prst="ellipse">
              <a:avLst/>
            </a:prstGeom>
            <a:solidFill>
              <a:srgbClr val="F4665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42" name="Rectangle: Rounded Corners 41">
            <a:extLst>
              <a:ext uri="{FF2B5EF4-FFF2-40B4-BE49-F238E27FC236}">
                <a16:creationId xmlns:a16="http://schemas.microsoft.com/office/drawing/2014/main" id="{9C4FBF2F-D126-0AB8-E9EE-935681CC1C3C}"/>
              </a:ext>
            </a:extLst>
          </p:cNvPr>
          <p:cNvSpPr/>
          <p:nvPr/>
        </p:nvSpPr>
        <p:spPr>
          <a:xfrm>
            <a:off x="643583" y="3125476"/>
            <a:ext cx="11423720" cy="5750391"/>
          </a:xfrm>
          <a:prstGeom prst="roundRect">
            <a:avLst>
              <a:gd name="adj" fmla="val 3394"/>
            </a:avLst>
          </a:prstGeom>
          <a:solidFill>
            <a:srgbClr val="1F3240"/>
          </a:solidFill>
          <a:ln w="38100">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p>
        </p:txBody>
      </p:sp>
      <p:grpSp>
        <p:nvGrpSpPr>
          <p:cNvPr id="38" name="Group 37">
            <a:extLst>
              <a:ext uri="{FF2B5EF4-FFF2-40B4-BE49-F238E27FC236}">
                <a16:creationId xmlns:a16="http://schemas.microsoft.com/office/drawing/2014/main" id="{A2368B2A-F928-FE61-1C3C-4444A655C82B}"/>
              </a:ext>
            </a:extLst>
          </p:cNvPr>
          <p:cNvGrpSpPr/>
          <p:nvPr/>
        </p:nvGrpSpPr>
        <p:grpSpPr>
          <a:xfrm>
            <a:off x="10853287" y="3295527"/>
            <a:ext cx="1045236" cy="247209"/>
            <a:chOff x="16511244" y="712189"/>
            <a:chExt cx="1045236" cy="240311"/>
          </a:xfrm>
        </p:grpSpPr>
        <p:sp>
          <p:nvSpPr>
            <p:cNvPr id="39" name="Oval 38">
              <a:extLst>
                <a:ext uri="{FF2B5EF4-FFF2-40B4-BE49-F238E27FC236}">
                  <a16:creationId xmlns:a16="http://schemas.microsoft.com/office/drawing/2014/main" id="{855EEBFB-B4DE-37EE-5179-12B3C05DFABC}"/>
                </a:ext>
              </a:extLst>
            </p:cNvPr>
            <p:cNvSpPr/>
            <p:nvPr/>
          </p:nvSpPr>
          <p:spPr>
            <a:xfrm>
              <a:off x="17312640" y="715498"/>
              <a:ext cx="243840" cy="237002"/>
            </a:xfrm>
            <a:prstGeom prst="ellipse">
              <a:avLst/>
            </a:prstGeom>
            <a:solidFill>
              <a:srgbClr val="1CC54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0" name="Oval 39">
              <a:extLst>
                <a:ext uri="{FF2B5EF4-FFF2-40B4-BE49-F238E27FC236}">
                  <a16:creationId xmlns:a16="http://schemas.microsoft.com/office/drawing/2014/main" id="{A7FEFCFD-B15E-4553-A45D-31EF2D2CA03B}"/>
                </a:ext>
              </a:extLst>
            </p:cNvPr>
            <p:cNvSpPr/>
            <p:nvPr/>
          </p:nvSpPr>
          <p:spPr>
            <a:xfrm>
              <a:off x="16913900" y="712189"/>
              <a:ext cx="243840" cy="237002"/>
            </a:xfrm>
            <a:prstGeom prst="ellipse">
              <a:avLst/>
            </a:prstGeom>
            <a:solidFill>
              <a:srgbClr val="FFBC3E"/>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1" name="Oval 40">
              <a:extLst>
                <a:ext uri="{FF2B5EF4-FFF2-40B4-BE49-F238E27FC236}">
                  <a16:creationId xmlns:a16="http://schemas.microsoft.com/office/drawing/2014/main" id="{92845806-C286-0259-25D3-24488FB42747}"/>
                </a:ext>
              </a:extLst>
            </p:cNvPr>
            <p:cNvSpPr/>
            <p:nvPr/>
          </p:nvSpPr>
          <p:spPr>
            <a:xfrm>
              <a:off x="16511244" y="712189"/>
              <a:ext cx="243840" cy="237002"/>
            </a:xfrm>
            <a:prstGeom prst="ellipse">
              <a:avLst/>
            </a:prstGeom>
            <a:solidFill>
              <a:srgbClr val="F4665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521" name="Google Shape;521;p11"/>
          <p:cNvSpPr/>
          <p:nvPr/>
        </p:nvSpPr>
        <p:spPr>
          <a:xfrm>
            <a:off x="10337800" y="7907378"/>
            <a:ext cx="1264045" cy="1746841"/>
          </a:xfrm>
          <a:custGeom>
            <a:avLst/>
            <a:gdLst/>
            <a:ahLst/>
            <a:cxnLst/>
            <a:rect l="l" t="t" r="r" b="b"/>
            <a:pathLst>
              <a:path w="836443" h="1333460" extrusionOk="0">
                <a:moveTo>
                  <a:pt x="0" y="0"/>
                </a:moveTo>
                <a:lnTo>
                  <a:pt x="836443" y="0"/>
                </a:lnTo>
                <a:lnTo>
                  <a:pt x="836443" y="1333460"/>
                </a:lnTo>
                <a:lnTo>
                  <a:pt x="0" y="1333460"/>
                </a:lnTo>
                <a:lnTo>
                  <a:pt x="0" y="0"/>
                </a:lnTo>
                <a:close/>
              </a:path>
            </a:pathLst>
          </a:custGeom>
          <a:blipFill rotWithShape="1">
            <a:blip r:embed="rId3">
              <a:alphaModFix/>
              <a:biLevel thresh="50000"/>
            </a:blip>
            <a:stretch>
              <a:fillRect/>
            </a:stretch>
          </a:blipFill>
          <a:ln>
            <a:noFill/>
          </a:ln>
        </p:spPr>
        <p:txBody>
          <a:bodyPr/>
          <a:lstStyle/>
          <a:p>
            <a:endParaRPr lang="en-CA"/>
          </a:p>
        </p:txBody>
      </p:sp>
      <p:sp>
        <p:nvSpPr>
          <p:cNvPr id="535" name="Google Shape;535;p11"/>
          <p:cNvSpPr txBox="1"/>
          <p:nvPr/>
        </p:nvSpPr>
        <p:spPr>
          <a:xfrm>
            <a:off x="1232068" y="6299203"/>
            <a:ext cx="9100841" cy="11079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200" b="0" i="0" u="none" strike="noStrike" cap="none" dirty="0">
                <a:solidFill>
                  <a:schemeClr val="tx2">
                    <a:lumMod val="40000"/>
                    <a:lumOff val="60000"/>
                  </a:schemeClr>
                </a:solidFill>
                <a:latin typeface="Anton"/>
                <a:ea typeface="Anton"/>
                <a:cs typeface="Anton"/>
                <a:sym typeface="Anton"/>
              </a:rPr>
              <a:t>Run</a:t>
            </a:r>
            <a:r>
              <a:rPr lang="en-US" sz="7200" b="0" i="0" u="none" strike="noStrike" cap="none" dirty="0">
                <a:solidFill>
                  <a:srgbClr val="CCECFF"/>
                </a:solidFill>
                <a:latin typeface="Anton"/>
                <a:ea typeface="Anton"/>
                <a:cs typeface="Anton"/>
                <a:sym typeface="Anton"/>
              </a:rPr>
              <a:t>   Presentation.exe </a:t>
            </a:r>
            <a:r>
              <a:rPr lang="en-CA" sz="7200" b="1" dirty="0"/>
              <a:t>↵</a:t>
            </a:r>
            <a:endParaRPr lang="en-US" sz="7200" b="1" dirty="0">
              <a:solidFill>
                <a:srgbClr val="FFFEF8"/>
              </a:solidFill>
            </a:endParaRPr>
          </a:p>
        </p:txBody>
      </p:sp>
      <p:grpSp>
        <p:nvGrpSpPr>
          <p:cNvPr id="32" name="Group 31">
            <a:extLst>
              <a:ext uri="{FF2B5EF4-FFF2-40B4-BE49-F238E27FC236}">
                <a16:creationId xmlns:a16="http://schemas.microsoft.com/office/drawing/2014/main" id="{3B50F048-4946-3ED8-47EB-57DC79351D21}"/>
              </a:ext>
            </a:extLst>
          </p:cNvPr>
          <p:cNvGrpSpPr/>
          <p:nvPr/>
        </p:nvGrpSpPr>
        <p:grpSpPr>
          <a:xfrm>
            <a:off x="4408293" y="217711"/>
            <a:ext cx="9999902" cy="1388038"/>
            <a:chOff x="641008" y="7256645"/>
            <a:chExt cx="6885478" cy="1437158"/>
          </a:xfrm>
        </p:grpSpPr>
        <p:grpSp>
          <p:nvGrpSpPr>
            <p:cNvPr id="459" name="Google Shape;459;p11"/>
            <p:cNvGrpSpPr/>
            <p:nvPr/>
          </p:nvGrpSpPr>
          <p:grpSpPr>
            <a:xfrm>
              <a:off x="641008" y="7256645"/>
              <a:ext cx="6529522" cy="1437158"/>
              <a:chOff x="0" y="-47625"/>
              <a:chExt cx="1719710" cy="378511"/>
            </a:xfrm>
          </p:grpSpPr>
          <p:sp>
            <p:nvSpPr>
              <p:cNvPr id="460" name="Google Shape;460;p11"/>
              <p:cNvSpPr/>
              <p:nvPr/>
            </p:nvSpPr>
            <p:spPr>
              <a:xfrm>
                <a:off x="0" y="0"/>
                <a:ext cx="1719710" cy="330886"/>
              </a:xfrm>
              <a:custGeom>
                <a:avLst/>
                <a:gdLst/>
                <a:ahLst/>
                <a:cxnLst/>
                <a:rect l="l" t="t" r="r" b="b"/>
                <a:pathLst>
                  <a:path w="1719710" h="330886" extrusionOk="0">
                    <a:moveTo>
                      <a:pt x="60470" y="0"/>
                    </a:moveTo>
                    <a:lnTo>
                      <a:pt x="1659240" y="0"/>
                    </a:lnTo>
                    <a:cubicBezTo>
                      <a:pt x="1675277" y="0"/>
                      <a:pt x="1690658" y="6371"/>
                      <a:pt x="1701998" y="17711"/>
                    </a:cubicBezTo>
                    <a:cubicBezTo>
                      <a:pt x="1713339" y="29051"/>
                      <a:pt x="1719710" y="44432"/>
                      <a:pt x="1719710" y="60470"/>
                    </a:cubicBezTo>
                    <a:lnTo>
                      <a:pt x="1719710" y="270416"/>
                    </a:lnTo>
                    <a:cubicBezTo>
                      <a:pt x="1719710" y="303813"/>
                      <a:pt x="1692636" y="330886"/>
                      <a:pt x="1659240" y="330886"/>
                    </a:cubicBezTo>
                    <a:lnTo>
                      <a:pt x="60470" y="330886"/>
                    </a:lnTo>
                    <a:cubicBezTo>
                      <a:pt x="27073" y="330886"/>
                      <a:pt x="0" y="303813"/>
                      <a:pt x="0" y="270416"/>
                    </a:cubicBezTo>
                    <a:lnTo>
                      <a:pt x="0" y="60470"/>
                    </a:lnTo>
                    <a:cubicBezTo>
                      <a:pt x="0" y="27073"/>
                      <a:pt x="27073" y="0"/>
                      <a:pt x="60470"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1"/>
              <p:cNvSpPr txBox="1"/>
              <p:nvPr/>
            </p:nvSpPr>
            <p:spPr>
              <a:xfrm>
                <a:off x="0" y="-47625"/>
                <a:ext cx="1719710"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62" name="Google Shape;462;p11"/>
            <p:cNvGrpSpPr/>
            <p:nvPr/>
          </p:nvGrpSpPr>
          <p:grpSpPr>
            <a:xfrm>
              <a:off x="641008" y="7261403"/>
              <a:ext cx="6529522" cy="1256332"/>
              <a:chOff x="0" y="0"/>
              <a:chExt cx="1719710" cy="330886"/>
            </a:xfrm>
          </p:grpSpPr>
          <p:sp>
            <p:nvSpPr>
              <p:cNvPr id="463" name="Google Shape;463;p11"/>
              <p:cNvSpPr/>
              <p:nvPr/>
            </p:nvSpPr>
            <p:spPr>
              <a:xfrm>
                <a:off x="0" y="0"/>
                <a:ext cx="1719710" cy="330886"/>
              </a:xfrm>
              <a:custGeom>
                <a:avLst/>
                <a:gdLst/>
                <a:ahLst/>
                <a:cxnLst/>
                <a:rect l="l" t="t" r="r" b="b"/>
                <a:pathLst>
                  <a:path w="1719710" h="330886" extrusionOk="0">
                    <a:moveTo>
                      <a:pt x="60470" y="0"/>
                    </a:moveTo>
                    <a:lnTo>
                      <a:pt x="1659240" y="0"/>
                    </a:lnTo>
                    <a:cubicBezTo>
                      <a:pt x="1675277" y="0"/>
                      <a:pt x="1690658" y="6371"/>
                      <a:pt x="1701998" y="17711"/>
                    </a:cubicBezTo>
                    <a:cubicBezTo>
                      <a:pt x="1713339" y="29051"/>
                      <a:pt x="1719710" y="44432"/>
                      <a:pt x="1719710" y="60470"/>
                    </a:cubicBezTo>
                    <a:lnTo>
                      <a:pt x="1719710" y="270416"/>
                    </a:lnTo>
                    <a:cubicBezTo>
                      <a:pt x="1719710" y="303813"/>
                      <a:pt x="1692636" y="330886"/>
                      <a:pt x="1659240" y="330886"/>
                    </a:cubicBezTo>
                    <a:lnTo>
                      <a:pt x="60470" y="330886"/>
                    </a:lnTo>
                    <a:cubicBezTo>
                      <a:pt x="27073" y="330886"/>
                      <a:pt x="0" y="303813"/>
                      <a:pt x="0" y="270416"/>
                    </a:cubicBezTo>
                    <a:lnTo>
                      <a:pt x="0" y="60470"/>
                    </a:lnTo>
                    <a:cubicBezTo>
                      <a:pt x="0" y="27073"/>
                      <a:pt x="27073" y="0"/>
                      <a:pt x="60470"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1"/>
              <p:cNvSpPr txBox="1"/>
              <p:nvPr/>
            </p:nvSpPr>
            <p:spPr>
              <a:xfrm>
                <a:off x="0" y="46372"/>
                <a:ext cx="1719710" cy="21555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36" name="Google Shape;536;p11"/>
            <p:cNvSpPr txBox="1"/>
            <p:nvPr/>
          </p:nvSpPr>
          <p:spPr>
            <a:xfrm>
              <a:off x="1808169" y="7420967"/>
              <a:ext cx="5718317" cy="818449"/>
            </a:xfrm>
            <a:prstGeom prst="rect">
              <a:avLst/>
            </a:prstGeom>
            <a:noFill/>
            <a:ln>
              <a:noFill/>
            </a:ln>
          </p:spPr>
          <p:txBody>
            <a:bodyPr spcFirstLastPara="1" wrap="square" lIns="0" tIns="0" rIns="0" bIns="0" anchor="t" anchorCtr="0">
              <a:spAutoFit/>
            </a:bodyPr>
            <a:lstStyle/>
            <a:p>
              <a:pPr marL="0" marR="0" lvl="0" indent="0" algn="l" rtl="0">
                <a:lnSpc>
                  <a:spcPct val="119989"/>
                </a:lnSpc>
                <a:spcBef>
                  <a:spcPts val="0"/>
                </a:spcBef>
                <a:spcAft>
                  <a:spcPts val="0"/>
                </a:spcAft>
                <a:buNone/>
              </a:pPr>
              <a:r>
                <a:rPr lang="en-US" sz="5963" b="0" i="0" u="none" strike="noStrike" cap="none" dirty="0">
                  <a:solidFill>
                    <a:srgbClr val="FFFFFF"/>
                  </a:solidFill>
                  <a:latin typeface="Anton"/>
                  <a:ea typeface="Anton"/>
                  <a:cs typeface="Anton"/>
                  <a:sym typeface="Anton"/>
                </a:rPr>
                <a:t>Unix Final Project</a:t>
              </a:r>
              <a:endParaRPr dirty="0"/>
            </a:p>
          </p:txBody>
        </p:sp>
      </p:grpSp>
      <p:sp>
        <p:nvSpPr>
          <p:cNvPr id="43" name="Google Shape;535;p11">
            <a:extLst>
              <a:ext uri="{FF2B5EF4-FFF2-40B4-BE49-F238E27FC236}">
                <a16:creationId xmlns:a16="http://schemas.microsoft.com/office/drawing/2014/main" id="{C3A13872-499C-22E5-9313-C22B2A764D15}"/>
              </a:ext>
            </a:extLst>
          </p:cNvPr>
          <p:cNvSpPr txBox="1"/>
          <p:nvPr/>
        </p:nvSpPr>
        <p:spPr>
          <a:xfrm>
            <a:off x="11562039" y="1759968"/>
            <a:ext cx="4304143"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0" i="0" u="none" strike="noStrike" cap="none" dirty="0" err="1">
                <a:solidFill>
                  <a:srgbClr val="CCECFF"/>
                </a:solidFill>
                <a:latin typeface="Calibri Light" panose="020F0302020204030204" pitchFamily="34" charset="0"/>
                <a:ea typeface="Calibri Light" panose="020F0302020204030204" pitchFamily="34" charset="0"/>
                <a:cs typeface="Calibri Light" panose="020F0302020204030204" pitchFamily="34" charset="0"/>
                <a:sym typeface="Anton"/>
              </a:rPr>
              <a:t>Team_Composition</a:t>
            </a:r>
            <a:r>
              <a:rPr lang="en-US" sz="3200" b="0" i="0" u="none" strike="noStrike" cap="none"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sym typeface="Anton"/>
              </a:rPr>
              <a:t> {</a:t>
            </a:r>
            <a:endParaRPr lang="en-US" sz="32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44" name="Google Shape;535;p11">
            <a:extLst>
              <a:ext uri="{FF2B5EF4-FFF2-40B4-BE49-F238E27FC236}">
                <a16:creationId xmlns:a16="http://schemas.microsoft.com/office/drawing/2014/main" id="{7ABE3DEF-F92F-A31E-F7E4-1188079FE00E}"/>
              </a:ext>
            </a:extLst>
          </p:cNvPr>
          <p:cNvSpPr txBox="1"/>
          <p:nvPr/>
        </p:nvSpPr>
        <p:spPr>
          <a:xfrm>
            <a:off x="11601845" y="2347124"/>
            <a:ext cx="6332260" cy="4739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“TeamMember1” {</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name: “INSERT NAME HERE”</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a:t>
            </a:r>
          </a:p>
          <a:p>
            <a:pPr marL="0" marR="0" lvl="0" indent="0" algn="l" rtl="0">
              <a:lnSpc>
                <a:spcPct val="100000"/>
              </a:lnSpc>
              <a:spcBef>
                <a:spcPts val="0"/>
              </a:spcBef>
              <a:spcAft>
                <a:spcPts val="0"/>
              </a:spcAft>
              <a:buNone/>
            </a:pPr>
            <a:endPar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endParaRP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“TeamMember2” {</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name: “INSERT NAME HERE”</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a:t>
            </a:r>
          </a:p>
          <a:p>
            <a:pPr marL="0" marR="0" lvl="0" indent="0" algn="l" rtl="0">
              <a:lnSpc>
                <a:spcPct val="100000"/>
              </a:lnSpc>
              <a:spcBef>
                <a:spcPts val="0"/>
              </a:spcBef>
              <a:spcAft>
                <a:spcPts val="0"/>
              </a:spcAft>
              <a:buNone/>
            </a:pPr>
            <a:endPar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endParaRP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“TeamMember3” {</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name: “Sabrina Robinson”</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a:t>
            </a:r>
          </a:p>
        </p:txBody>
      </p:sp>
      <p:sp>
        <p:nvSpPr>
          <p:cNvPr id="2" name="Google Shape;535;p11">
            <a:extLst>
              <a:ext uri="{FF2B5EF4-FFF2-40B4-BE49-F238E27FC236}">
                <a16:creationId xmlns:a16="http://schemas.microsoft.com/office/drawing/2014/main" id="{7369FE2F-443C-97B6-1083-E9C0E02EDEED}"/>
              </a:ext>
            </a:extLst>
          </p:cNvPr>
          <p:cNvSpPr txBox="1"/>
          <p:nvPr/>
        </p:nvSpPr>
        <p:spPr>
          <a:xfrm>
            <a:off x="1232068" y="4609425"/>
            <a:ext cx="10471064" cy="11079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200" b="0" i="0" u="none" strike="noStrike" cap="none" dirty="0">
                <a:latin typeface="Anton"/>
                <a:ea typeface="Anton"/>
                <a:cs typeface="Anton"/>
                <a:sym typeface="Anton"/>
              </a:rPr>
              <a:t>Build</a:t>
            </a:r>
            <a:r>
              <a:rPr lang="en-US" sz="7200" b="0" i="0" u="none" strike="noStrike" cap="none" dirty="0">
                <a:solidFill>
                  <a:srgbClr val="CCECFF"/>
                </a:solidFill>
                <a:latin typeface="Anton"/>
                <a:ea typeface="Anton"/>
                <a:cs typeface="Anton"/>
                <a:sym typeface="Anton"/>
              </a:rPr>
              <a:t> </a:t>
            </a:r>
            <a:r>
              <a:rPr lang="en-US" sz="7200" b="0" i="0" u="none" strike="noStrike" cap="none" dirty="0" err="1">
                <a:solidFill>
                  <a:srgbClr val="CCECFF"/>
                </a:solidFill>
                <a:latin typeface="Anton"/>
                <a:ea typeface="Anton"/>
                <a:cs typeface="Anton"/>
                <a:sym typeface="Anton"/>
              </a:rPr>
              <a:t>project.</a:t>
            </a:r>
            <a:r>
              <a:rPr lang="en-US" sz="7200" dirty="0" err="1">
                <a:solidFill>
                  <a:srgbClr val="CCECFF"/>
                </a:solidFill>
                <a:latin typeface="Anton"/>
                <a:ea typeface="Anton"/>
                <a:cs typeface="Anton"/>
                <a:sym typeface="Anton"/>
              </a:rPr>
              <a:t>host</a:t>
            </a:r>
            <a:r>
              <a:rPr lang="en-US" sz="7200" err="1">
                <a:solidFill>
                  <a:srgbClr val="CCECFF"/>
                </a:solidFill>
                <a:latin typeface="Anton"/>
                <a:ea typeface="Anton"/>
                <a:cs typeface="Anton"/>
                <a:sym typeface="Anton"/>
              </a:rPr>
              <a:t>.</a:t>
            </a:r>
            <a:r>
              <a:rPr lang="en-US" sz="7200">
                <a:solidFill>
                  <a:srgbClr val="CCECFF"/>
                </a:solidFill>
                <a:latin typeface="Anton"/>
                <a:ea typeface="Anton"/>
                <a:cs typeface="Anton"/>
                <a:sym typeface="Anton"/>
              </a:rPr>
              <a:t>website</a:t>
            </a:r>
            <a:r>
              <a:rPr lang="en-US" sz="7200" b="0" i="0" u="none" strike="noStrike" cap="none" dirty="0">
                <a:solidFill>
                  <a:srgbClr val="CCECFF"/>
                </a:solidFill>
                <a:latin typeface="Anton"/>
                <a:ea typeface="Anton"/>
                <a:cs typeface="Anton"/>
                <a:sym typeface="Anton"/>
              </a:rPr>
              <a:t> </a:t>
            </a:r>
            <a:r>
              <a:rPr lang="en-CA" sz="7200" b="1" dirty="0"/>
              <a:t>↵</a:t>
            </a:r>
            <a:endParaRPr lang="en-US" sz="7200" b="1" dirty="0">
              <a:solidFill>
                <a:srgbClr val="FFFEF8"/>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6242F"/>
        </a:solidFill>
        <a:effectLst/>
      </p:bgPr>
    </p:bg>
    <p:spTree>
      <p:nvGrpSpPr>
        <p:cNvPr id="1" name="Shape 458">
          <a:extLst>
            <a:ext uri="{FF2B5EF4-FFF2-40B4-BE49-F238E27FC236}">
              <a16:creationId xmlns:a16="http://schemas.microsoft.com/office/drawing/2014/main" id="{10C664E8-3511-3176-F6C0-68865B52114C}"/>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D6AD12A1-8623-C4BE-AEE7-2E9EE109EE93}"/>
              </a:ext>
            </a:extLst>
          </p:cNvPr>
          <p:cNvSpPr/>
          <p:nvPr/>
        </p:nvSpPr>
        <p:spPr>
          <a:xfrm>
            <a:off x="890224" y="611714"/>
            <a:ext cx="16507552" cy="8852326"/>
          </a:xfrm>
          <a:prstGeom prst="roundRect">
            <a:avLst>
              <a:gd name="adj" fmla="val 3394"/>
            </a:avLst>
          </a:prstGeom>
          <a:solidFill>
            <a:srgbClr val="1F3240"/>
          </a:solidFill>
          <a:ln w="38100">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p>
        </p:txBody>
      </p:sp>
      <p:sp>
        <p:nvSpPr>
          <p:cNvPr id="2" name="Google Shape;604;p12">
            <a:extLst>
              <a:ext uri="{FF2B5EF4-FFF2-40B4-BE49-F238E27FC236}">
                <a16:creationId xmlns:a16="http://schemas.microsoft.com/office/drawing/2014/main" id="{99193735-F51A-91D7-26F1-ADC66378AAA1}"/>
              </a:ext>
            </a:extLst>
          </p:cNvPr>
          <p:cNvSpPr txBox="1"/>
          <p:nvPr/>
        </p:nvSpPr>
        <p:spPr>
          <a:xfrm>
            <a:off x="1835104" y="1125888"/>
            <a:ext cx="12446871" cy="33239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endParaRPr dirty="0"/>
          </a:p>
        </p:txBody>
      </p:sp>
      <p:grpSp>
        <p:nvGrpSpPr>
          <p:cNvPr id="4" name="Group 3">
            <a:extLst>
              <a:ext uri="{FF2B5EF4-FFF2-40B4-BE49-F238E27FC236}">
                <a16:creationId xmlns:a16="http://schemas.microsoft.com/office/drawing/2014/main" id="{4BD2CCF8-DA59-CBA3-69F9-95AD3451DF06}"/>
              </a:ext>
            </a:extLst>
          </p:cNvPr>
          <p:cNvGrpSpPr/>
          <p:nvPr/>
        </p:nvGrpSpPr>
        <p:grpSpPr>
          <a:xfrm>
            <a:off x="16001917" y="986949"/>
            <a:ext cx="1174905" cy="277877"/>
            <a:chOff x="16511244" y="712189"/>
            <a:chExt cx="1045236" cy="240311"/>
          </a:xfrm>
        </p:grpSpPr>
        <p:sp>
          <p:nvSpPr>
            <p:cNvPr id="5" name="Oval 4">
              <a:extLst>
                <a:ext uri="{FF2B5EF4-FFF2-40B4-BE49-F238E27FC236}">
                  <a16:creationId xmlns:a16="http://schemas.microsoft.com/office/drawing/2014/main" id="{F3DA25EF-8890-03E7-E4C9-BA0328A7573E}"/>
                </a:ext>
              </a:extLst>
            </p:cNvPr>
            <p:cNvSpPr/>
            <p:nvPr/>
          </p:nvSpPr>
          <p:spPr>
            <a:xfrm>
              <a:off x="17312640" y="715498"/>
              <a:ext cx="243840" cy="237002"/>
            </a:xfrm>
            <a:prstGeom prst="ellipse">
              <a:avLst/>
            </a:prstGeom>
            <a:solidFill>
              <a:srgbClr val="1CC54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Oval 5">
              <a:extLst>
                <a:ext uri="{FF2B5EF4-FFF2-40B4-BE49-F238E27FC236}">
                  <a16:creationId xmlns:a16="http://schemas.microsoft.com/office/drawing/2014/main" id="{97B29D09-68FB-BF3D-7FD5-72098A2DA6DB}"/>
                </a:ext>
              </a:extLst>
            </p:cNvPr>
            <p:cNvSpPr/>
            <p:nvPr/>
          </p:nvSpPr>
          <p:spPr>
            <a:xfrm>
              <a:off x="16913900" y="712189"/>
              <a:ext cx="243840" cy="237002"/>
            </a:xfrm>
            <a:prstGeom prst="ellipse">
              <a:avLst/>
            </a:prstGeom>
            <a:solidFill>
              <a:srgbClr val="FFBC3E"/>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Oval 6">
              <a:extLst>
                <a:ext uri="{FF2B5EF4-FFF2-40B4-BE49-F238E27FC236}">
                  <a16:creationId xmlns:a16="http://schemas.microsoft.com/office/drawing/2014/main" id="{62A499A0-7BEF-D86B-3BC8-C85AD5F33C1D}"/>
                </a:ext>
              </a:extLst>
            </p:cNvPr>
            <p:cNvSpPr/>
            <p:nvPr/>
          </p:nvSpPr>
          <p:spPr>
            <a:xfrm>
              <a:off x="16511244" y="712189"/>
              <a:ext cx="243840" cy="237002"/>
            </a:xfrm>
            <a:prstGeom prst="ellipse">
              <a:avLst/>
            </a:prstGeom>
            <a:solidFill>
              <a:srgbClr val="F4665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9" name="Google Shape;535;p11">
            <a:extLst>
              <a:ext uri="{FF2B5EF4-FFF2-40B4-BE49-F238E27FC236}">
                <a16:creationId xmlns:a16="http://schemas.microsoft.com/office/drawing/2014/main" id="{F460D788-E954-04EF-357C-F48460527260}"/>
              </a:ext>
            </a:extLst>
          </p:cNvPr>
          <p:cNvSpPr txBox="1"/>
          <p:nvPr/>
        </p:nvSpPr>
        <p:spPr>
          <a:xfrm>
            <a:off x="1835104" y="1690156"/>
            <a:ext cx="15341718" cy="192360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2500" b="0" i="0" u="none" strike="noStrike" cap="none" dirty="0">
                <a:solidFill>
                  <a:srgbClr val="CCECFF"/>
                </a:solidFill>
                <a:latin typeface="Anton"/>
                <a:ea typeface="Anton"/>
                <a:cs typeface="Anton"/>
                <a:sym typeface="Anton"/>
              </a:rPr>
              <a:t>TABLE OF CONTENTS</a:t>
            </a:r>
          </a:p>
        </p:txBody>
      </p:sp>
      <p:grpSp>
        <p:nvGrpSpPr>
          <p:cNvPr id="542" name="Google Shape;542;p12"/>
          <p:cNvGrpSpPr/>
          <p:nvPr/>
        </p:nvGrpSpPr>
        <p:grpSpPr>
          <a:xfrm>
            <a:off x="3730242" y="3936544"/>
            <a:ext cx="2065565" cy="1437158"/>
            <a:chOff x="0" y="-47625"/>
            <a:chExt cx="544017" cy="378511"/>
          </a:xfrm>
        </p:grpSpPr>
        <p:sp>
          <p:nvSpPr>
            <p:cNvPr id="543" name="Google Shape;543;p12"/>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12"/>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48" name="Google Shape;548;p12"/>
          <p:cNvGrpSpPr/>
          <p:nvPr/>
        </p:nvGrpSpPr>
        <p:grpSpPr>
          <a:xfrm>
            <a:off x="3730242" y="5590103"/>
            <a:ext cx="2065565" cy="1437158"/>
            <a:chOff x="0" y="-47625"/>
            <a:chExt cx="544017" cy="378511"/>
          </a:xfrm>
        </p:grpSpPr>
        <p:sp>
          <p:nvSpPr>
            <p:cNvPr id="549" name="Google Shape;549;p12"/>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12"/>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54" name="Google Shape;554;p12"/>
          <p:cNvGrpSpPr/>
          <p:nvPr/>
        </p:nvGrpSpPr>
        <p:grpSpPr>
          <a:xfrm>
            <a:off x="3839817" y="3836677"/>
            <a:ext cx="2065565" cy="1437158"/>
            <a:chOff x="0" y="-47625"/>
            <a:chExt cx="544017" cy="378511"/>
          </a:xfrm>
        </p:grpSpPr>
        <p:sp>
          <p:nvSpPr>
            <p:cNvPr id="555" name="Google Shape;555;p12"/>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12"/>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60" name="Google Shape;560;p12"/>
          <p:cNvGrpSpPr/>
          <p:nvPr/>
        </p:nvGrpSpPr>
        <p:grpSpPr>
          <a:xfrm>
            <a:off x="3839817" y="5490236"/>
            <a:ext cx="2065565" cy="1437158"/>
            <a:chOff x="0" y="-47625"/>
            <a:chExt cx="544017" cy="378511"/>
          </a:xfrm>
        </p:grpSpPr>
        <p:sp>
          <p:nvSpPr>
            <p:cNvPr id="561" name="Google Shape;561;p12"/>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12"/>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66" name="Google Shape;566;p12"/>
          <p:cNvGrpSpPr/>
          <p:nvPr/>
        </p:nvGrpSpPr>
        <p:grpSpPr>
          <a:xfrm>
            <a:off x="3730242" y="7243662"/>
            <a:ext cx="2065565" cy="1437158"/>
            <a:chOff x="0" y="-47625"/>
            <a:chExt cx="544017" cy="378511"/>
          </a:xfrm>
        </p:grpSpPr>
        <p:sp>
          <p:nvSpPr>
            <p:cNvPr id="567" name="Google Shape;567;p12"/>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12"/>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69" name="Google Shape;569;p12"/>
          <p:cNvGrpSpPr/>
          <p:nvPr/>
        </p:nvGrpSpPr>
        <p:grpSpPr>
          <a:xfrm>
            <a:off x="3839817" y="7143794"/>
            <a:ext cx="2065565" cy="1437158"/>
            <a:chOff x="0" y="-47625"/>
            <a:chExt cx="544017" cy="378511"/>
          </a:xfrm>
        </p:grpSpPr>
        <p:sp>
          <p:nvSpPr>
            <p:cNvPr id="570" name="Google Shape;570;p12"/>
            <p:cNvSpPr/>
            <p:nvPr/>
          </p:nvSpPr>
          <p:spPr>
            <a:xfrm>
              <a:off x="0" y="0"/>
              <a:ext cx="544017" cy="330886"/>
            </a:xfrm>
            <a:custGeom>
              <a:avLst/>
              <a:gdLst/>
              <a:ahLst/>
              <a:cxnLst/>
              <a:rect l="l" t="t" r="r" b="b"/>
              <a:pathLst>
                <a:path w="544017" h="330886" extrusionOk="0">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2"/>
            <p:cNvSpPr txBox="1"/>
            <p:nvPr/>
          </p:nvSpPr>
          <p:spPr>
            <a:xfrm>
              <a:off x="0" y="-47625"/>
              <a:ext cx="544017"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600" name="Google Shape;600;p12"/>
          <p:cNvSpPr txBox="1"/>
          <p:nvPr/>
        </p:nvSpPr>
        <p:spPr>
          <a:xfrm>
            <a:off x="6394083" y="4155954"/>
            <a:ext cx="4662995" cy="1101135"/>
          </a:xfrm>
          <a:prstGeom prst="rect">
            <a:avLst/>
          </a:prstGeom>
          <a:noFill/>
          <a:ln>
            <a:noFill/>
          </a:ln>
        </p:spPr>
        <p:txBody>
          <a:bodyPr spcFirstLastPara="1" wrap="square" lIns="0" tIns="0" rIns="0" bIns="0" anchor="t" anchorCtr="0">
            <a:spAutoFit/>
          </a:bodyPr>
          <a:lstStyle/>
          <a:p>
            <a:pPr marL="0" marR="0" lvl="0" indent="0" algn="l" rtl="0">
              <a:lnSpc>
                <a:spcPct val="119989"/>
              </a:lnSpc>
              <a:spcBef>
                <a:spcPts val="0"/>
              </a:spcBef>
              <a:spcAft>
                <a:spcPts val="0"/>
              </a:spcAft>
              <a:buNone/>
            </a:pPr>
            <a:r>
              <a:rPr lang="en-US" sz="5963" b="0" i="0" u="none" strike="noStrike" cap="none" dirty="0">
                <a:solidFill>
                  <a:srgbClr val="CCECFF"/>
                </a:solidFill>
                <a:latin typeface="Anton"/>
                <a:ea typeface="Anton"/>
                <a:cs typeface="Anton"/>
                <a:sym typeface="Anton"/>
              </a:rPr>
              <a:t>INTRODUCTION</a:t>
            </a:r>
            <a:endParaRPr dirty="0">
              <a:solidFill>
                <a:srgbClr val="CCECFF"/>
              </a:solidFill>
            </a:endParaRPr>
          </a:p>
        </p:txBody>
      </p:sp>
      <p:sp>
        <p:nvSpPr>
          <p:cNvPr id="602" name="Google Shape;602;p12"/>
          <p:cNvSpPr txBox="1"/>
          <p:nvPr/>
        </p:nvSpPr>
        <p:spPr>
          <a:xfrm>
            <a:off x="6394083" y="5809512"/>
            <a:ext cx="4662995" cy="1101135"/>
          </a:xfrm>
          <a:prstGeom prst="rect">
            <a:avLst/>
          </a:prstGeom>
          <a:noFill/>
          <a:ln>
            <a:noFill/>
          </a:ln>
        </p:spPr>
        <p:txBody>
          <a:bodyPr spcFirstLastPara="1" wrap="square" lIns="0" tIns="0" rIns="0" bIns="0" anchor="t" anchorCtr="0">
            <a:spAutoFit/>
          </a:bodyPr>
          <a:lstStyle/>
          <a:p>
            <a:pPr marL="0" marR="0" lvl="0" indent="0" algn="l" rtl="0">
              <a:lnSpc>
                <a:spcPct val="119989"/>
              </a:lnSpc>
              <a:spcBef>
                <a:spcPts val="0"/>
              </a:spcBef>
              <a:spcAft>
                <a:spcPts val="0"/>
              </a:spcAft>
              <a:buNone/>
            </a:pPr>
            <a:r>
              <a:rPr lang="en-US" sz="5963" b="0" i="0" u="none" strike="noStrike" cap="none" dirty="0">
                <a:solidFill>
                  <a:srgbClr val="CCECFF"/>
                </a:solidFill>
                <a:latin typeface="Anton"/>
                <a:ea typeface="Anton"/>
                <a:cs typeface="Anton"/>
                <a:sym typeface="Anton"/>
              </a:rPr>
              <a:t>Demo</a:t>
            </a:r>
            <a:endParaRPr dirty="0">
              <a:solidFill>
                <a:srgbClr val="CCECFF"/>
              </a:solidFill>
            </a:endParaRPr>
          </a:p>
        </p:txBody>
      </p:sp>
      <p:sp>
        <p:nvSpPr>
          <p:cNvPr id="605" name="Google Shape;605;p12"/>
          <p:cNvSpPr txBox="1"/>
          <p:nvPr/>
        </p:nvSpPr>
        <p:spPr>
          <a:xfrm>
            <a:off x="4419521" y="4069872"/>
            <a:ext cx="1485861" cy="1204287"/>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7873" b="0" i="0" u="none" strike="noStrike" cap="none" dirty="0">
                <a:solidFill>
                  <a:srgbClr val="FFFFFF"/>
                </a:solidFill>
                <a:latin typeface="Anton"/>
                <a:ea typeface="Anton"/>
                <a:cs typeface="Anton"/>
                <a:sym typeface="Anton"/>
              </a:rPr>
              <a:t>01</a:t>
            </a:r>
            <a:endParaRPr dirty="0"/>
          </a:p>
        </p:txBody>
      </p:sp>
      <p:sp>
        <p:nvSpPr>
          <p:cNvPr id="607" name="Google Shape;607;p12"/>
          <p:cNvSpPr txBox="1"/>
          <p:nvPr/>
        </p:nvSpPr>
        <p:spPr>
          <a:xfrm>
            <a:off x="4419521" y="5692322"/>
            <a:ext cx="1485861" cy="1204287"/>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7873" b="0" i="0" u="none" strike="noStrike" cap="none">
                <a:solidFill>
                  <a:srgbClr val="FFFFFF"/>
                </a:solidFill>
                <a:latin typeface="Anton"/>
                <a:ea typeface="Anton"/>
                <a:cs typeface="Anton"/>
                <a:sym typeface="Anton"/>
              </a:rPr>
              <a:t>02</a:t>
            </a:r>
            <a:endParaRPr/>
          </a:p>
        </p:txBody>
      </p:sp>
      <p:sp>
        <p:nvSpPr>
          <p:cNvPr id="609" name="Google Shape;609;p12"/>
          <p:cNvSpPr txBox="1"/>
          <p:nvPr/>
        </p:nvSpPr>
        <p:spPr>
          <a:xfrm>
            <a:off x="6394083" y="7463071"/>
            <a:ext cx="4662995" cy="1101135"/>
          </a:xfrm>
          <a:prstGeom prst="rect">
            <a:avLst/>
          </a:prstGeom>
          <a:noFill/>
          <a:ln>
            <a:noFill/>
          </a:ln>
        </p:spPr>
        <p:txBody>
          <a:bodyPr spcFirstLastPara="1" wrap="square" lIns="0" tIns="0" rIns="0" bIns="0" anchor="t" anchorCtr="0">
            <a:spAutoFit/>
          </a:bodyPr>
          <a:lstStyle/>
          <a:p>
            <a:pPr marL="0" marR="0" lvl="0" indent="0" algn="l" rtl="0">
              <a:lnSpc>
                <a:spcPct val="119989"/>
              </a:lnSpc>
              <a:spcBef>
                <a:spcPts val="0"/>
              </a:spcBef>
              <a:spcAft>
                <a:spcPts val="0"/>
              </a:spcAft>
              <a:buNone/>
            </a:pPr>
            <a:r>
              <a:rPr lang="en-US" sz="5963" b="0" i="0" u="none" strike="noStrike" cap="none" dirty="0">
                <a:solidFill>
                  <a:srgbClr val="CCECFF"/>
                </a:solidFill>
                <a:latin typeface="Anton"/>
                <a:ea typeface="Anton"/>
                <a:cs typeface="Anton"/>
                <a:sym typeface="Anton"/>
              </a:rPr>
              <a:t>GitHub</a:t>
            </a:r>
            <a:endParaRPr dirty="0">
              <a:solidFill>
                <a:srgbClr val="CCECFF"/>
              </a:solidFill>
            </a:endParaRPr>
          </a:p>
        </p:txBody>
      </p:sp>
      <p:sp>
        <p:nvSpPr>
          <p:cNvPr id="610" name="Google Shape;610;p12"/>
          <p:cNvSpPr txBox="1"/>
          <p:nvPr/>
        </p:nvSpPr>
        <p:spPr>
          <a:xfrm>
            <a:off x="4419521" y="7376989"/>
            <a:ext cx="1485861" cy="1204287"/>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7873" b="0" i="0" u="none" strike="noStrike" cap="none">
                <a:solidFill>
                  <a:srgbClr val="FFFFFF"/>
                </a:solidFill>
                <a:latin typeface="Anton"/>
                <a:ea typeface="Anton"/>
                <a:cs typeface="Anton"/>
                <a:sym typeface="Anton"/>
              </a:rPr>
              <a:t>03</a:t>
            </a:r>
            <a:endParaRPr/>
          </a:p>
        </p:txBody>
      </p:sp>
      <p:sp>
        <p:nvSpPr>
          <p:cNvPr id="8" name="Google Shape;521;p11">
            <a:extLst>
              <a:ext uri="{FF2B5EF4-FFF2-40B4-BE49-F238E27FC236}">
                <a16:creationId xmlns:a16="http://schemas.microsoft.com/office/drawing/2014/main" id="{D9ABEF30-6E5B-2201-C0BC-814E01F19325}"/>
              </a:ext>
            </a:extLst>
          </p:cNvPr>
          <p:cNvSpPr/>
          <p:nvPr/>
        </p:nvSpPr>
        <p:spPr>
          <a:xfrm>
            <a:off x="16784785" y="8142529"/>
            <a:ext cx="1264045" cy="1746841"/>
          </a:xfrm>
          <a:custGeom>
            <a:avLst/>
            <a:gdLst/>
            <a:ahLst/>
            <a:cxnLst/>
            <a:rect l="l" t="t" r="r" b="b"/>
            <a:pathLst>
              <a:path w="836443" h="1333460" extrusionOk="0">
                <a:moveTo>
                  <a:pt x="0" y="0"/>
                </a:moveTo>
                <a:lnTo>
                  <a:pt x="836443" y="0"/>
                </a:lnTo>
                <a:lnTo>
                  <a:pt x="836443" y="1333460"/>
                </a:lnTo>
                <a:lnTo>
                  <a:pt x="0" y="1333460"/>
                </a:lnTo>
                <a:lnTo>
                  <a:pt x="0" y="0"/>
                </a:lnTo>
                <a:close/>
              </a:path>
            </a:pathLst>
          </a:custGeom>
          <a:blipFill rotWithShape="1">
            <a:blip r:embed="rId3">
              <a:alphaModFix/>
              <a:biLevel thresh="50000"/>
            </a:blip>
            <a:stretch>
              <a:fillRect/>
            </a:stretch>
          </a:blipFill>
          <a:ln>
            <a:noFill/>
          </a:ln>
        </p:spPr>
        <p:txBody>
          <a:bodyPr/>
          <a:lstStyle/>
          <a:p>
            <a:endParaRPr lang="en-CA"/>
          </a:p>
        </p:txBody>
      </p:sp>
    </p:spTree>
    <p:extLst>
      <p:ext uri="{BB962C8B-B14F-4D97-AF65-F5344CB8AC3E}">
        <p14:creationId xmlns:p14="http://schemas.microsoft.com/office/powerpoint/2010/main" val="3023455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6242F"/>
        </a:solidFill>
        <a:effectLst/>
      </p:bgPr>
    </p:bg>
    <p:spTree>
      <p:nvGrpSpPr>
        <p:cNvPr id="1" name="Shape 712"/>
        <p:cNvGrpSpPr/>
        <p:nvPr/>
      </p:nvGrpSpPr>
      <p:grpSpPr>
        <a:xfrm>
          <a:off x="0" y="0"/>
          <a:ext cx="0" cy="0"/>
          <a:chOff x="0" y="0"/>
          <a:chExt cx="0" cy="0"/>
        </a:xfrm>
      </p:grpSpPr>
      <p:sp>
        <p:nvSpPr>
          <p:cNvPr id="713" name="Google Shape;713;p14"/>
          <p:cNvSpPr/>
          <p:nvPr/>
        </p:nvSpPr>
        <p:spPr>
          <a:xfrm>
            <a:off x="2038919" y="945195"/>
            <a:ext cx="14852954" cy="4512441"/>
          </a:xfrm>
          <a:prstGeom prst="rect">
            <a:avLst/>
          </a:prstGeom>
          <a:solidFill>
            <a:srgbClr val="F466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46659"/>
              </a:solidFill>
            </a:endParaRPr>
          </a:p>
        </p:txBody>
      </p:sp>
      <p:pic>
        <p:nvPicPr>
          <p:cNvPr id="758" name="Google Shape;758;p14"/>
          <p:cNvPicPr preferRelativeResize="0"/>
          <p:nvPr/>
        </p:nvPicPr>
        <p:blipFill>
          <a:blip r:embed="rId3">
            <a:alphaModFix/>
          </a:blip>
          <a:stretch>
            <a:fillRect/>
          </a:stretch>
        </p:blipFill>
        <p:spPr>
          <a:xfrm>
            <a:off x="1717524" y="679393"/>
            <a:ext cx="14852951" cy="4510999"/>
          </a:xfrm>
          <a:prstGeom prst="rect">
            <a:avLst/>
          </a:prstGeom>
          <a:noFill/>
          <a:ln>
            <a:noFill/>
          </a:ln>
        </p:spPr>
      </p:pic>
      <p:sp>
        <p:nvSpPr>
          <p:cNvPr id="5" name="Rectangle: Rounded Corners 4">
            <a:extLst>
              <a:ext uri="{FF2B5EF4-FFF2-40B4-BE49-F238E27FC236}">
                <a16:creationId xmlns:a16="http://schemas.microsoft.com/office/drawing/2014/main" id="{3A2D6D46-2514-95FD-EAE6-D93029FFA71F}"/>
              </a:ext>
            </a:extLst>
          </p:cNvPr>
          <p:cNvSpPr/>
          <p:nvPr/>
        </p:nvSpPr>
        <p:spPr>
          <a:xfrm>
            <a:off x="731521" y="4635454"/>
            <a:ext cx="8412480" cy="3306635"/>
          </a:xfrm>
          <a:prstGeom prst="roundRect">
            <a:avLst>
              <a:gd name="adj" fmla="val 3394"/>
            </a:avLst>
          </a:prstGeom>
          <a:solidFill>
            <a:srgbClr val="192934"/>
          </a:solidFill>
          <a:ln w="38100">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p>
        </p:txBody>
      </p:sp>
      <p:sp>
        <p:nvSpPr>
          <p:cNvPr id="756" name="Google Shape;756;p14"/>
          <p:cNvSpPr txBox="1"/>
          <p:nvPr/>
        </p:nvSpPr>
        <p:spPr>
          <a:xfrm>
            <a:off x="1503695" y="5287853"/>
            <a:ext cx="7468283" cy="2363724"/>
          </a:xfrm>
          <a:prstGeom prst="rect">
            <a:avLst/>
          </a:prstGeom>
          <a:noFill/>
          <a:ln>
            <a:noFill/>
          </a:ln>
        </p:spPr>
        <p:txBody>
          <a:bodyPr spcFirstLastPara="1" wrap="square" lIns="0" tIns="0" rIns="0" bIns="0" anchor="t" anchorCtr="0">
            <a:spAutoFit/>
          </a:bodyPr>
          <a:lstStyle/>
          <a:p>
            <a:pPr marL="0" marR="0" lvl="0" indent="0" algn="l" rtl="0">
              <a:lnSpc>
                <a:spcPct val="119996"/>
              </a:lnSpc>
              <a:spcBef>
                <a:spcPts val="0"/>
              </a:spcBef>
              <a:spcAft>
                <a:spcPts val="0"/>
              </a:spcAft>
              <a:buNone/>
            </a:pPr>
            <a:r>
              <a:rPr lang="en-US" sz="6400" b="0" i="0" u="none" strike="noStrike" cap="none" dirty="0">
                <a:solidFill>
                  <a:srgbClr val="CCECFF"/>
                </a:solidFill>
                <a:latin typeface="Anton"/>
                <a:ea typeface="Anton"/>
                <a:cs typeface="Anton"/>
                <a:sym typeface="Anton"/>
              </a:rPr>
              <a:t>Project Description </a:t>
            </a:r>
          </a:p>
          <a:p>
            <a:pPr marL="0" marR="0" lvl="0" indent="0" algn="l" rtl="0">
              <a:lnSpc>
                <a:spcPct val="119996"/>
              </a:lnSpc>
              <a:spcBef>
                <a:spcPts val="0"/>
              </a:spcBef>
              <a:spcAft>
                <a:spcPts val="0"/>
              </a:spcAft>
              <a:buNone/>
            </a:pPr>
            <a:r>
              <a:rPr lang="en-US" sz="6400" b="0" i="0" u="none" strike="noStrike" cap="none" dirty="0">
                <a:solidFill>
                  <a:srgbClr val="CCECFF"/>
                </a:solidFill>
                <a:latin typeface="Anton"/>
                <a:ea typeface="Anton"/>
                <a:cs typeface="Anton"/>
                <a:sym typeface="Anton"/>
              </a:rPr>
              <a:t>&amp;</a:t>
            </a:r>
            <a:r>
              <a:rPr lang="en-US" sz="6400" dirty="0">
                <a:solidFill>
                  <a:srgbClr val="CCECFF"/>
                </a:solidFill>
                <a:latin typeface="Anton"/>
                <a:ea typeface="Anton"/>
                <a:cs typeface="Anton"/>
                <a:sym typeface="Anton"/>
              </a:rPr>
              <a:t> </a:t>
            </a:r>
            <a:r>
              <a:rPr lang="en-US" sz="6400" dirty="0">
                <a:solidFill>
                  <a:srgbClr val="CCECFF"/>
                </a:solidFill>
                <a:latin typeface="Anton"/>
                <a:sym typeface="Anton"/>
              </a:rPr>
              <a:t>Motivation</a:t>
            </a:r>
            <a:endParaRPr sz="6400" dirty="0">
              <a:solidFill>
                <a:srgbClr val="CCECFF"/>
              </a:solidFill>
            </a:endParaRPr>
          </a:p>
        </p:txBody>
      </p:sp>
      <p:sp>
        <p:nvSpPr>
          <p:cNvPr id="757" name="Google Shape;757;p14"/>
          <p:cNvSpPr txBox="1"/>
          <p:nvPr/>
        </p:nvSpPr>
        <p:spPr>
          <a:xfrm>
            <a:off x="9507202" y="5746067"/>
            <a:ext cx="7468283" cy="775597"/>
          </a:xfrm>
          <a:prstGeom prst="rect">
            <a:avLst/>
          </a:prstGeom>
          <a:noFill/>
          <a:ln>
            <a:noFill/>
          </a:ln>
        </p:spPr>
        <p:txBody>
          <a:bodyPr spcFirstLastPara="1" wrap="square" lIns="0" tIns="0" rIns="0" bIns="0" anchor="t" anchorCtr="0">
            <a:spAutoFit/>
          </a:bodyPr>
          <a:lstStyle/>
          <a:p>
            <a:pPr marL="0" marR="0" lvl="0" indent="0" algn="l" rtl="0">
              <a:lnSpc>
                <a:spcPct val="140025"/>
              </a:lnSpc>
              <a:spcBef>
                <a:spcPts val="0"/>
              </a:spcBef>
              <a:spcAft>
                <a:spcPts val="0"/>
              </a:spcAft>
              <a:buNone/>
            </a:pPr>
            <a:r>
              <a:rPr lang="en-CA" sz="3600" b="1" dirty="0">
                <a:solidFill>
                  <a:srgbClr val="FFFEF8"/>
                </a:solidFill>
              </a:rPr>
              <a:t>Description</a:t>
            </a:r>
            <a:endParaRPr sz="3600" b="1" dirty="0">
              <a:solidFill>
                <a:srgbClr val="FFFEF8"/>
              </a:solidFill>
            </a:endParaRPr>
          </a:p>
        </p:txBody>
      </p:sp>
      <p:sp>
        <p:nvSpPr>
          <p:cNvPr id="2" name="Google Shape;757;p14">
            <a:extLst>
              <a:ext uri="{FF2B5EF4-FFF2-40B4-BE49-F238E27FC236}">
                <a16:creationId xmlns:a16="http://schemas.microsoft.com/office/drawing/2014/main" id="{834273EF-F1E1-82C1-CAA0-DB861076349D}"/>
              </a:ext>
            </a:extLst>
          </p:cNvPr>
          <p:cNvSpPr txBox="1"/>
          <p:nvPr/>
        </p:nvSpPr>
        <p:spPr>
          <a:xfrm>
            <a:off x="9507202" y="6270158"/>
            <a:ext cx="7468283" cy="1378839"/>
          </a:xfrm>
          <a:prstGeom prst="rect">
            <a:avLst/>
          </a:prstGeom>
          <a:noFill/>
          <a:ln>
            <a:noFill/>
          </a:ln>
        </p:spPr>
        <p:txBody>
          <a:bodyPr spcFirstLastPara="1" wrap="square" lIns="0" tIns="0" rIns="0" bIns="0" anchor="t" anchorCtr="0">
            <a:spAutoFit/>
          </a:bodyPr>
          <a:lstStyle/>
          <a:p>
            <a:pPr marL="0" marR="0" lvl="0" indent="0" algn="l" rtl="0">
              <a:lnSpc>
                <a:spcPct val="140025"/>
              </a:lnSpc>
              <a:spcBef>
                <a:spcPts val="0"/>
              </a:spcBef>
              <a:spcAft>
                <a:spcPts val="0"/>
              </a:spcAft>
              <a:buNone/>
            </a:pPr>
            <a:r>
              <a:rPr lang="en-CA" sz="3200" dirty="0">
                <a:solidFill>
                  <a:srgbClr val="FFFEF8"/>
                </a:solidFill>
              </a:rPr>
              <a:t>We created a web-hosting service using a GNU/Linux web server with auto-deployment.</a:t>
            </a:r>
          </a:p>
        </p:txBody>
      </p:sp>
      <p:sp>
        <p:nvSpPr>
          <p:cNvPr id="3" name="Google Shape;757;p14">
            <a:extLst>
              <a:ext uri="{FF2B5EF4-FFF2-40B4-BE49-F238E27FC236}">
                <a16:creationId xmlns:a16="http://schemas.microsoft.com/office/drawing/2014/main" id="{780BBB81-8D67-477E-0D81-6CDCC02DF28C}"/>
              </a:ext>
            </a:extLst>
          </p:cNvPr>
          <p:cNvSpPr txBox="1"/>
          <p:nvPr/>
        </p:nvSpPr>
        <p:spPr>
          <a:xfrm>
            <a:off x="2038919" y="7942089"/>
            <a:ext cx="14531556" cy="775597"/>
          </a:xfrm>
          <a:prstGeom prst="rect">
            <a:avLst/>
          </a:prstGeom>
          <a:noFill/>
          <a:ln>
            <a:noFill/>
          </a:ln>
        </p:spPr>
        <p:txBody>
          <a:bodyPr spcFirstLastPara="1" wrap="square" lIns="0" tIns="0" rIns="0" bIns="0" anchor="t" anchorCtr="0">
            <a:spAutoFit/>
          </a:bodyPr>
          <a:lstStyle/>
          <a:p>
            <a:pPr marL="0" marR="0" lvl="0" indent="0" algn="l" rtl="0">
              <a:lnSpc>
                <a:spcPct val="140025"/>
              </a:lnSpc>
              <a:spcBef>
                <a:spcPts val="0"/>
              </a:spcBef>
              <a:spcAft>
                <a:spcPts val="0"/>
              </a:spcAft>
              <a:buNone/>
            </a:pPr>
            <a:r>
              <a:rPr lang="en-CA" sz="3600" b="1" dirty="0">
                <a:solidFill>
                  <a:srgbClr val="FFFEF8"/>
                </a:solidFill>
              </a:rPr>
              <a:t>Motivation</a:t>
            </a:r>
            <a:endParaRPr sz="3600" b="1" dirty="0">
              <a:solidFill>
                <a:srgbClr val="FFFEF8"/>
              </a:solidFill>
            </a:endParaRPr>
          </a:p>
        </p:txBody>
      </p:sp>
      <p:sp>
        <p:nvSpPr>
          <p:cNvPr id="4" name="Google Shape;757;p14">
            <a:extLst>
              <a:ext uri="{FF2B5EF4-FFF2-40B4-BE49-F238E27FC236}">
                <a16:creationId xmlns:a16="http://schemas.microsoft.com/office/drawing/2014/main" id="{8DA3936D-6A36-79F7-0A0D-D4F09114C4CF}"/>
              </a:ext>
            </a:extLst>
          </p:cNvPr>
          <p:cNvSpPr txBox="1"/>
          <p:nvPr/>
        </p:nvSpPr>
        <p:spPr>
          <a:xfrm>
            <a:off x="2011679" y="8496660"/>
            <a:ext cx="15026641" cy="1378839"/>
          </a:xfrm>
          <a:prstGeom prst="rect">
            <a:avLst/>
          </a:prstGeom>
          <a:noFill/>
          <a:ln>
            <a:noFill/>
          </a:ln>
        </p:spPr>
        <p:txBody>
          <a:bodyPr spcFirstLastPara="1" wrap="square" lIns="0" tIns="0" rIns="0" bIns="0" anchor="t" anchorCtr="0">
            <a:spAutoFit/>
          </a:bodyPr>
          <a:lstStyle/>
          <a:p>
            <a:pPr marL="0" marR="0" lvl="0" indent="0" algn="l" rtl="0">
              <a:lnSpc>
                <a:spcPct val="140025"/>
              </a:lnSpc>
              <a:spcBef>
                <a:spcPts val="0"/>
              </a:spcBef>
              <a:spcAft>
                <a:spcPts val="0"/>
              </a:spcAft>
              <a:buNone/>
            </a:pPr>
            <a:r>
              <a:rPr lang="en-CA" sz="3200" dirty="0">
                <a:solidFill>
                  <a:srgbClr val="FFFEF8"/>
                </a:solidFill>
              </a:rPr>
              <a:t>To create a service for people like us who have simple static projects that we would like to  have hosted online. This service facilitates this process and simplify the complexity.</a:t>
            </a:r>
          </a:p>
        </p:txBody>
      </p:sp>
      <p:grpSp>
        <p:nvGrpSpPr>
          <p:cNvPr id="6" name="Group 5">
            <a:extLst>
              <a:ext uri="{FF2B5EF4-FFF2-40B4-BE49-F238E27FC236}">
                <a16:creationId xmlns:a16="http://schemas.microsoft.com/office/drawing/2014/main" id="{AA3D2075-BFC0-C525-21FC-AEF7BD59E0F9}"/>
              </a:ext>
            </a:extLst>
          </p:cNvPr>
          <p:cNvGrpSpPr/>
          <p:nvPr/>
        </p:nvGrpSpPr>
        <p:grpSpPr>
          <a:xfrm>
            <a:off x="7436919" y="4807012"/>
            <a:ext cx="1535059" cy="363057"/>
            <a:chOff x="16511244" y="712189"/>
            <a:chExt cx="1045236" cy="240311"/>
          </a:xfrm>
        </p:grpSpPr>
        <p:sp>
          <p:nvSpPr>
            <p:cNvPr id="7" name="Oval 6">
              <a:extLst>
                <a:ext uri="{FF2B5EF4-FFF2-40B4-BE49-F238E27FC236}">
                  <a16:creationId xmlns:a16="http://schemas.microsoft.com/office/drawing/2014/main" id="{920E9E72-E777-553C-1DEB-97454D84738E}"/>
                </a:ext>
              </a:extLst>
            </p:cNvPr>
            <p:cNvSpPr/>
            <p:nvPr/>
          </p:nvSpPr>
          <p:spPr>
            <a:xfrm>
              <a:off x="17312640" y="715498"/>
              <a:ext cx="243840" cy="237002"/>
            </a:xfrm>
            <a:prstGeom prst="ellipse">
              <a:avLst/>
            </a:prstGeom>
            <a:solidFill>
              <a:srgbClr val="1CC54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Oval 7">
              <a:extLst>
                <a:ext uri="{FF2B5EF4-FFF2-40B4-BE49-F238E27FC236}">
                  <a16:creationId xmlns:a16="http://schemas.microsoft.com/office/drawing/2014/main" id="{C69B8D5F-74AF-118C-A4E6-3FB82D5D459A}"/>
                </a:ext>
              </a:extLst>
            </p:cNvPr>
            <p:cNvSpPr/>
            <p:nvPr/>
          </p:nvSpPr>
          <p:spPr>
            <a:xfrm>
              <a:off x="16913900" y="712189"/>
              <a:ext cx="243840" cy="237002"/>
            </a:xfrm>
            <a:prstGeom prst="ellipse">
              <a:avLst/>
            </a:prstGeom>
            <a:solidFill>
              <a:srgbClr val="FFBC3E"/>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Oval 8">
              <a:extLst>
                <a:ext uri="{FF2B5EF4-FFF2-40B4-BE49-F238E27FC236}">
                  <a16:creationId xmlns:a16="http://schemas.microsoft.com/office/drawing/2014/main" id="{9D694C9E-9F7C-56C6-3A45-B99D5D310F1C}"/>
                </a:ext>
              </a:extLst>
            </p:cNvPr>
            <p:cNvSpPr/>
            <p:nvPr/>
          </p:nvSpPr>
          <p:spPr>
            <a:xfrm>
              <a:off x="16511244" y="712189"/>
              <a:ext cx="243840" cy="237002"/>
            </a:xfrm>
            <a:prstGeom prst="ellipse">
              <a:avLst/>
            </a:prstGeom>
            <a:solidFill>
              <a:srgbClr val="F4665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6242F"/>
        </a:solidFill>
        <a:effectLst/>
      </p:bgPr>
    </p:bg>
    <p:spTree>
      <p:nvGrpSpPr>
        <p:cNvPr id="1" name="Shape 762"/>
        <p:cNvGrpSpPr/>
        <p:nvPr/>
      </p:nvGrpSpPr>
      <p:grpSpPr>
        <a:xfrm>
          <a:off x="0" y="0"/>
          <a:ext cx="0" cy="0"/>
          <a:chOff x="0" y="0"/>
          <a:chExt cx="0" cy="0"/>
        </a:xfrm>
      </p:grpSpPr>
      <p:grpSp>
        <p:nvGrpSpPr>
          <p:cNvPr id="39" name="Group 38">
            <a:extLst>
              <a:ext uri="{FF2B5EF4-FFF2-40B4-BE49-F238E27FC236}">
                <a16:creationId xmlns:a16="http://schemas.microsoft.com/office/drawing/2014/main" id="{66986FAA-AD3F-6AD1-BB09-F88D6308A4D5}"/>
              </a:ext>
            </a:extLst>
          </p:cNvPr>
          <p:cNvGrpSpPr/>
          <p:nvPr/>
        </p:nvGrpSpPr>
        <p:grpSpPr>
          <a:xfrm>
            <a:off x="615434" y="519587"/>
            <a:ext cx="9482941" cy="1388038"/>
            <a:chOff x="641008" y="7256645"/>
            <a:chExt cx="6529522" cy="1437158"/>
          </a:xfrm>
        </p:grpSpPr>
        <p:grpSp>
          <p:nvGrpSpPr>
            <p:cNvPr id="40" name="Google Shape;459;p11">
              <a:extLst>
                <a:ext uri="{FF2B5EF4-FFF2-40B4-BE49-F238E27FC236}">
                  <a16:creationId xmlns:a16="http://schemas.microsoft.com/office/drawing/2014/main" id="{CCE452BA-FBA9-2E28-CBC6-833AC9876C6D}"/>
                </a:ext>
              </a:extLst>
            </p:cNvPr>
            <p:cNvGrpSpPr/>
            <p:nvPr/>
          </p:nvGrpSpPr>
          <p:grpSpPr>
            <a:xfrm>
              <a:off x="641008" y="7256645"/>
              <a:ext cx="6529522" cy="1437158"/>
              <a:chOff x="0" y="-47625"/>
              <a:chExt cx="1719710" cy="378511"/>
            </a:xfrm>
          </p:grpSpPr>
          <p:sp>
            <p:nvSpPr>
              <p:cNvPr id="45" name="Google Shape;460;p11">
                <a:extLst>
                  <a:ext uri="{FF2B5EF4-FFF2-40B4-BE49-F238E27FC236}">
                    <a16:creationId xmlns:a16="http://schemas.microsoft.com/office/drawing/2014/main" id="{25F2F137-FAA2-F0E6-A454-00A2BBE52FD7}"/>
                  </a:ext>
                </a:extLst>
              </p:cNvPr>
              <p:cNvSpPr/>
              <p:nvPr/>
            </p:nvSpPr>
            <p:spPr>
              <a:xfrm>
                <a:off x="0" y="0"/>
                <a:ext cx="1719710" cy="330886"/>
              </a:xfrm>
              <a:custGeom>
                <a:avLst/>
                <a:gdLst/>
                <a:ahLst/>
                <a:cxnLst/>
                <a:rect l="l" t="t" r="r" b="b"/>
                <a:pathLst>
                  <a:path w="1719710" h="330886" extrusionOk="0">
                    <a:moveTo>
                      <a:pt x="60470" y="0"/>
                    </a:moveTo>
                    <a:lnTo>
                      <a:pt x="1659240" y="0"/>
                    </a:lnTo>
                    <a:cubicBezTo>
                      <a:pt x="1675277" y="0"/>
                      <a:pt x="1690658" y="6371"/>
                      <a:pt x="1701998" y="17711"/>
                    </a:cubicBezTo>
                    <a:cubicBezTo>
                      <a:pt x="1713339" y="29051"/>
                      <a:pt x="1719710" y="44432"/>
                      <a:pt x="1719710" y="60470"/>
                    </a:cubicBezTo>
                    <a:lnTo>
                      <a:pt x="1719710" y="270416"/>
                    </a:lnTo>
                    <a:cubicBezTo>
                      <a:pt x="1719710" y="303813"/>
                      <a:pt x="1692636" y="330886"/>
                      <a:pt x="1659240" y="330886"/>
                    </a:cubicBezTo>
                    <a:lnTo>
                      <a:pt x="60470" y="330886"/>
                    </a:lnTo>
                    <a:cubicBezTo>
                      <a:pt x="27073" y="330886"/>
                      <a:pt x="0" y="303813"/>
                      <a:pt x="0" y="270416"/>
                    </a:cubicBezTo>
                    <a:lnTo>
                      <a:pt x="0" y="60470"/>
                    </a:lnTo>
                    <a:cubicBezTo>
                      <a:pt x="0" y="27073"/>
                      <a:pt x="27073" y="0"/>
                      <a:pt x="60470"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1;p11">
                <a:extLst>
                  <a:ext uri="{FF2B5EF4-FFF2-40B4-BE49-F238E27FC236}">
                    <a16:creationId xmlns:a16="http://schemas.microsoft.com/office/drawing/2014/main" id="{99181680-D1EB-FFAE-8C38-FEC72A95907D}"/>
                  </a:ext>
                </a:extLst>
              </p:cNvPr>
              <p:cNvSpPr txBox="1"/>
              <p:nvPr/>
            </p:nvSpPr>
            <p:spPr>
              <a:xfrm>
                <a:off x="0" y="-47625"/>
                <a:ext cx="1719710"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 name="Google Shape;462;p11">
              <a:extLst>
                <a:ext uri="{FF2B5EF4-FFF2-40B4-BE49-F238E27FC236}">
                  <a16:creationId xmlns:a16="http://schemas.microsoft.com/office/drawing/2014/main" id="{C40F5734-E26A-155B-4BD8-A5AB49FC9579}"/>
                </a:ext>
              </a:extLst>
            </p:cNvPr>
            <p:cNvGrpSpPr/>
            <p:nvPr/>
          </p:nvGrpSpPr>
          <p:grpSpPr>
            <a:xfrm>
              <a:off x="641008" y="7261403"/>
              <a:ext cx="6529522" cy="1256332"/>
              <a:chOff x="0" y="0"/>
              <a:chExt cx="1719710" cy="330886"/>
            </a:xfrm>
          </p:grpSpPr>
          <p:sp>
            <p:nvSpPr>
              <p:cNvPr id="43" name="Google Shape;463;p11">
                <a:extLst>
                  <a:ext uri="{FF2B5EF4-FFF2-40B4-BE49-F238E27FC236}">
                    <a16:creationId xmlns:a16="http://schemas.microsoft.com/office/drawing/2014/main" id="{CFA61BA3-5EF5-2912-38CF-1740D0EFB76C}"/>
                  </a:ext>
                </a:extLst>
              </p:cNvPr>
              <p:cNvSpPr/>
              <p:nvPr/>
            </p:nvSpPr>
            <p:spPr>
              <a:xfrm>
                <a:off x="0" y="0"/>
                <a:ext cx="1719710" cy="330886"/>
              </a:xfrm>
              <a:custGeom>
                <a:avLst/>
                <a:gdLst/>
                <a:ahLst/>
                <a:cxnLst/>
                <a:rect l="l" t="t" r="r" b="b"/>
                <a:pathLst>
                  <a:path w="1719710" h="330886" extrusionOk="0">
                    <a:moveTo>
                      <a:pt x="60470" y="0"/>
                    </a:moveTo>
                    <a:lnTo>
                      <a:pt x="1659240" y="0"/>
                    </a:lnTo>
                    <a:cubicBezTo>
                      <a:pt x="1675277" y="0"/>
                      <a:pt x="1690658" y="6371"/>
                      <a:pt x="1701998" y="17711"/>
                    </a:cubicBezTo>
                    <a:cubicBezTo>
                      <a:pt x="1713339" y="29051"/>
                      <a:pt x="1719710" y="44432"/>
                      <a:pt x="1719710" y="60470"/>
                    </a:cubicBezTo>
                    <a:lnTo>
                      <a:pt x="1719710" y="270416"/>
                    </a:lnTo>
                    <a:cubicBezTo>
                      <a:pt x="1719710" y="303813"/>
                      <a:pt x="1692636" y="330886"/>
                      <a:pt x="1659240" y="330886"/>
                    </a:cubicBezTo>
                    <a:lnTo>
                      <a:pt x="60470" y="330886"/>
                    </a:lnTo>
                    <a:cubicBezTo>
                      <a:pt x="27073" y="330886"/>
                      <a:pt x="0" y="303813"/>
                      <a:pt x="0" y="270416"/>
                    </a:cubicBezTo>
                    <a:lnTo>
                      <a:pt x="0" y="60470"/>
                    </a:lnTo>
                    <a:cubicBezTo>
                      <a:pt x="0" y="27073"/>
                      <a:pt x="27073" y="0"/>
                      <a:pt x="60470"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64;p11">
                <a:extLst>
                  <a:ext uri="{FF2B5EF4-FFF2-40B4-BE49-F238E27FC236}">
                    <a16:creationId xmlns:a16="http://schemas.microsoft.com/office/drawing/2014/main" id="{38D490EA-A8B2-AEBF-63FA-E5528B3FEF84}"/>
                  </a:ext>
                </a:extLst>
              </p:cNvPr>
              <p:cNvSpPr txBox="1"/>
              <p:nvPr/>
            </p:nvSpPr>
            <p:spPr>
              <a:xfrm>
                <a:off x="0" y="46372"/>
                <a:ext cx="1719710" cy="21555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2" name="Google Shape;536;p11">
              <a:extLst>
                <a:ext uri="{FF2B5EF4-FFF2-40B4-BE49-F238E27FC236}">
                  <a16:creationId xmlns:a16="http://schemas.microsoft.com/office/drawing/2014/main" id="{1F21E716-3F7B-2833-4D6C-39484987AC12}"/>
                </a:ext>
              </a:extLst>
            </p:cNvPr>
            <p:cNvSpPr txBox="1"/>
            <p:nvPr/>
          </p:nvSpPr>
          <p:spPr>
            <a:xfrm>
              <a:off x="1046610" y="7319517"/>
              <a:ext cx="5718317" cy="1140102"/>
            </a:xfrm>
            <a:prstGeom prst="rect">
              <a:avLst/>
            </a:prstGeom>
            <a:noFill/>
            <a:ln>
              <a:noFill/>
            </a:ln>
          </p:spPr>
          <p:txBody>
            <a:bodyPr spcFirstLastPara="1" wrap="square" lIns="0" tIns="0" rIns="0" bIns="0" anchor="t" anchorCtr="0">
              <a:spAutoFit/>
            </a:bodyPr>
            <a:lstStyle/>
            <a:p>
              <a:pPr marL="0" marR="0" lvl="0" indent="0" algn="l" rtl="0">
                <a:lnSpc>
                  <a:spcPct val="119989"/>
                </a:lnSpc>
                <a:spcBef>
                  <a:spcPts val="0"/>
                </a:spcBef>
                <a:spcAft>
                  <a:spcPts val="0"/>
                </a:spcAft>
                <a:buNone/>
              </a:pPr>
              <a:r>
                <a:rPr lang="en-US" sz="5963" b="0" i="0" u="none" strike="noStrike" cap="none" dirty="0">
                  <a:solidFill>
                    <a:srgbClr val="FFFFFF"/>
                  </a:solidFill>
                  <a:latin typeface="Anton"/>
                  <a:ea typeface="Anton"/>
                  <a:cs typeface="Anton"/>
                  <a:sym typeface="Anton"/>
                </a:rPr>
                <a:t>Major Technical Solutions.1</a:t>
              </a:r>
            </a:p>
          </p:txBody>
        </p:sp>
      </p:grpSp>
      <p:sp>
        <p:nvSpPr>
          <p:cNvPr id="824" name="Google Shape;824;p15"/>
          <p:cNvSpPr txBox="1"/>
          <p:nvPr/>
        </p:nvSpPr>
        <p:spPr>
          <a:xfrm>
            <a:off x="6632336" y="-4191094"/>
            <a:ext cx="5481525" cy="3447098"/>
          </a:xfrm>
          <a:prstGeom prst="rect">
            <a:avLst/>
          </a:prstGeom>
          <a:noFill/>
          <a:ln>
            <a:noFill/>
          </a:ln>
        </p:spPr>
        <p:txBody>
          <a:bodyPr spcFirstLastPara="1" wrap="square" lIns="0" tIns="0" rIns="0" bIns="0" anchor="t" anchorCtr="0">
            <a:spAutoFit/>
          </a:bodyPr>
          <a:lstStyle/>
          <a:p>
            <a:pPr marL="0" marR="0" lvl="0" indent="0" algn="l" rtl="0">
              <a:lnSpc>
                <a:spcPct val="140025"/>
              </a:lnSpc>
              <a:spcBef>
                <a:spcPts val="0"/>
              </a:spcBef>
              <a:spcAft>
                <a:spcPts val="0"/>
              </a:spcAft>
              <a:buNone/>
            </a:pPr>
            <a:r>
              <a:rPr lang="en-US" sz="3200" b="0" i="0" u="none" strike="noStrike" cap="none" dirty="0">
                <a:solidFill>
                  <a:srgbClr val="FFFEF8"/>
                </a:solidFill>
                <a:latin typeface="Arimo"/>
                <a:ea typeface="Arimo"/>
                <a:cs typeface="Arimo"/>
                <a:sym typeface="Arimo"/>
              </a:rPr>
              <a:t>Infrastructure:</a:t>
            </a:r>
          </a:p>
          <a:p>
            <a:pPr marL="0" marR="0" lvl="0" indent="0" algn="l" rtl="0">
              <a:lnSpc>
                <a:spcPct val="140025"/>
              </a:lnSpc>
              <a:spcBef>
                <a:spcPts val="0"/>
              </a:spcBef>
              <a:spcAft>
                <a:spcPts val="0"/>
              </a:spcAft>
              <a:buNone/>
            </a:pPr>
            <a:r>
              <a:rPr lang="en-US" sz="3200" dirty="0">
                <a:solidFill>
                  <a:srgbClr val="FFFEF8"/>
                </a:solidFill>
                <a:latin typeface="Arimo"/>
                <a:ea typeface="Arimo"/>
                <a:cs typeface="Arimo"/>
                <a:sym typeface="Arimo"/>
              </a:rPr>
              <a:t>	- Containerization:</a:t>
            </a:r>
          </a:p>
          <a:p>
            <a:pPr marL="0" marR="0" lvl="0" indent="0" algn="l" rtl="0">
              <a:lnSpc>
                <a:spcPct val="140025"/>
              </a:lnSpc>
              <a:spcBef>
                <a:spcPts val="0"/>
              </a:spcBef>
              <a:spcAft>
                <a:spcPts val="0"/>
              </a:spcAft>
              <a:buNone/>
            </a:pPr>
            <a:r>
              <a:rPr lang="en-US" sz="3200" b="0" i="0" u="none" strike="noStrike" cap="none" dirty="0">
                <a:solidFill>
                  <a:srgbClr val="FFFEF8"/>
                </a:solidFill>
                <a:latin typeface="Arimo"/>
                <a:ea typeface="Arimo"/>
                <a:cs typeface="Arimo"/>
                <a:sym typeface="Arimo"/>
              </a:rPr>
              <a:t>	- Hosting: </a:t>
            </a:r>
          </a:p>
          <a:p>
            <a:pPr marL="0" marR="0" lvl="0" indent="0" algn="l" rtl="0">
              <a:lnSpc>
                <a:spcPct val="140025"/>
              </a:lnSpc>
              <a:spcBef>
                <a:spcPts val="0"/>
              </a:spcBef>
              <a:spcAft>
                <a:spcPts val="0"/>
              </a:spcAft>
              <a:buNone/>
            </a:pPr>
            <a:r>
              <a:rPr lang="en-US" sz="3200" dirty="0">
                <a:solidFill>
                  <a:srgbClr val="FFFEF8"/>
                </a:solidFill>
                <a:latin typeface="Arimo"/>
                <a:ea typeface="Arimo"/>
                <a:cs typeface="Arimo"/>
                <a:sym typeface="Arimo"/>
              </a:rPr>
              <a:t>	- Backup:</a:t>
            </a:r>
          </a:p>
          <a:p>
            <a:pPr marL="0" marR="0" lvl="0" indent="0" algn="l" rtl="0">
              <a:lnSpc>
                <a:spcPct val="140025"/>
              </a:lnSpc>
              <a:spcBef>
                <a:spcPts val="0"/>
              </a:spcBef>
              <a:spcAft>
                <a:spcPts val="0"/>
              </a:spcAft>
              <a:buNone/>
            </a:pPr>
            <a:endParaRPr lang="en-US" sz="3200" b="0" i="0" u="none" strike="noStrike" cap="none" dirty="0">
              <a:solidFill>
                <a:srgbClr val="FFFEF8"/>
              </a:solidFill>
              <a:latin typeface="Arimo"/>
              <a:ea typeface="Arimo"/>
              <a:cs typeface="Arimo"/>
              <a:sym typeface="Arimo"/>
            </a:endParaRPr>
          </a:p>
        </p:txBody>
      </p:sp>
      <p:sp>
        <p:nvSpPr>
          <p:cNvPr id="2" name="Rectangle: Rounded Corners 1">
            <a:extLst>
              <a:ext uri="{FF2B5EF4-FFF2-40B4-BE49-F238E27FC236}">
                <a16:creationId xmlns:a16="http://schemas.microsoft.com/office/drawing/2014/main" id="{08C784A3-EC92-7601-679F-F901AE386DC5}"/>
              </a:ext>
            </a:extLst>
          </p:cNvPr>
          <p:cNvSpPr/>
          <p:nvPr/>
        </p:nvSpPr>
        <p:spPr>
          <a:xfrm>
            <a:off x="897245" y="2677616"/>
            <a:ext cx="9182293" cy="4917545"/>
          </a:xfrm>
          <a:prstGeom prst="roundRect">
            <a:avLst>
              <a:gd name="adj" fmla="val 3394"/>
            </a:avLst>
          </a:prstGeom>
          <a:solidFill>
            <a:srgbClr val="1F3240"/>
          </a:solidFill>
          <a:ln w="38100">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p>
        </p:txBody>
      </p:sp>
      <p:grpSp>
        <p:nvGrpSpPr>
          <p:cNvPr id="3" name="Group 2">
            <a:extLst>
              <a:ext uri="{FF2B5EF4-FFF2-40B4-BE49-F238E27FC236}">
                <a16:creationId xmlns:a16="http://schemas.microsoft.com/office/drawing/2014/main" id="{3E149779-1733-E73C-155B-840115A594E9}"/>
              </a:ext>
            </a:extLst>
          </p:cNvPr>
          <p:cNvGrpSpPr/>
          <p:nvPr/>
        </p:nvGrpSpPr>
        <p:grpSpPr>
          <a:xfrm>
            <a:off x="8893626" y="2790014"/>
            <a:ext cx="1045236" cy="247209"/>
            <a:chOff x="16511244" y="712189"/>
            <a:chExt cx="1045236" cy="240311"/>
          </a:xfrm>
        </p:grpSpPr>
        <p:sp>
          <p:nvSpPr>
            <p:cNvPr id="4" name="Oval 3">
              <a:extLst>
                <a:ext uri="{FF2B5EF4-FFF2-40B4-BE49-F238E27FC236}">
                  <a16:creationId xmlns:a16="http://schemas.microsoft.com/office/drawing/2014/main" id="{2614C17E-A23B-5B98-C2E7-740B0F688497}"/>
                </a:ext>
              </a:extLst>
            </p:cNvPr>
            <p:cNvSpPr/>
            <p:nvPr/>
          </p:nvSpPr>
          <p:spPr>
            <a:xfrm>
              <a:off x="17312640" y="715498"/>
              <a:ext cx="243840" cy="237002"/>
            </a:xfrm>
            <a:prstGeom prst="ellipse">
              <a:avLst/>
            </a:prstGeom>
            <a:solidFill>
              <a:srgbClr val="1CC54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Oval 4">
              <a:extLst>
                <a:ext uri="{FF2B5EF4-FFF2-40B4-BE49-F238E27FC236}">
                  <a16:creationId xmlns:a16="http://schemas.microsoft.com/office/drawing/2014/main" id="{CEF2C280-191C-4366-3F4D-EF4A433ECFEB}"/>
                </a:ext>
              </a:extLst>
            </p:cNvPr>
            <p:cNvSpPr/>
            <p:nvPr/>
          </p:nvSpPr>
          <p:spPr>
            <a:xfrm>
              <a:off x="16913900" y="712189"/>
              <a:ext cx="243840" cy="237002"/>
            </a:xfrm>
            <a:prstGeom prst="ellipse">
              <a:avLst/>
            </a:prstGeom>
            <a:solidFill>
              <a:srgbClr val="FFBC3E"/>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Oval 5">
              <a:extLst>
                <a:ext uri="{FF2B5EF4-FFF2-40B4-BE49-F238E27FC236}">
                  <a16:creationId xmlns:a16="http://schemas.microsoft.com/office/drawing/2014/main" id="{24F41AD9-D2DB-04F7-DCBC-45486F76ECE6}"/>
                </a:ext>
              </a:extLst>
            </p:cNvPr>
            <p:cNvSpPr/>
            <p:nvPr/>
          </p:nvSpPr>
          <p:spPr>
            <a:xfrm>
              <a:off x="16511244" y="712189"/>
              <a:ext cx="243840" cy="237002"/>
            </a:xfrm>
            <a:prstGeom prst="ellipse">
              <a:avLst/>
            </a:prstGeom>
            <a:solidFill>
              <a:srgbClr val="F4665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9" name="Google Shape;535;p11">
            <a:extLst>
              <a:ext uri="{FF2B5EF4-FFF2-40B4-BE49-F238E27FC236}">
                <a16:creationId xmlns:a16="http://schemas.microsoft.com/office/drawing/2014/main" id="{1520E380-1D25-1C34-6E3E-82BDAD02D9F7}"/>
              </a:ext>
            </a:extLst>
          </p:cNvPr>
          <p:cNvSpPr txBox="1"/>
          <p:nvPr/>
        </p:nvSpPr>
        <p:spPr>
          <a:xfrm>
            <a:off x="1280798" y="3129578"/>
            <a:ext cx="6032096"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1" i="0" u="none" strike="noStrike" cap="none" dirty="0" err="1">
                <a:latin typeface="Calibri Light" panose="020F0302020204030204" pitchFamily="34" charset="0"/>
                <a:ea typeface="Calibri Light" panose="020F0302020204030204" pitchFamily="34" charset="0"/>
                <a:cs typeface="Calibri Light" panose="020F0302020204030204" pitchFamily="34" charset="0"/>
                <a:sym typeface="Anton"/>
              </a:rPr>
              <a:t>Infrastructure_Containerization</a:t>
            </a:r>
            <a:r>
              <a:rPr lang="en-US" sz="3200" b="1" i="0" u="none" strike="noStrike" cap="none" dirty="0">
                <a:latin typeface="Calibri Light" panose="020F0302020204030204" pitchFamily="34" charset="0"/>
                <a:ea typeface="Calibri Light" panose="020F0302020204030204" pitchFamily="34" charset="0"/>
                <a:cs typeface="Calibri Light" panose="020F0302020204030204" pitchFamily="34" charset="0"/>
                <a:sym typeface="Anton"/>
              </a:rPr>
              <a:t> {</a:t>
            </a:r>
            <a:endParaRPr lang="en-US" sz="32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0" name="Google Shape;535;p11">
            <a:extLst>
              <a:ext uri="{FF2B5EF4-FFF2-40B4-BE49-F238E27FC236}">
                <a16:creationId xmlns:a16="http://schemas.microsoft.com/office/drawing/2014/main" id="{EE1B180F-FE7E-6D7D-603A-A776036799DB}"/>
              </a:ext>
            </a:extLst>
          </p:cNvPr>
          <p:cNvSpPr txBox="1"/>
          <p:nvPr/>
        </p:nvSpPr>
        <p:spPr>
          <a:xfrm>
            <a:off x="1280798" y="3830559"/>
            <a:ext cx="8625238" cy="344709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Solution: “Docker”,</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Explanation: [</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“Simplifies deployment”, “Simplifies testing”,</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“Ensures consistency”, “Facilitates dependency</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management”, “Facilitates project versioning”,</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“Large community”, “Well detailed documentation”</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a:t>
            </a:r>
          </a:p>
        </p:txBody>
      </p:sp>
      <p:sp>
        <p:nvSpPr>
          <p:cNvPr id="13" name="Rectangle: Rounded Corners 12">
            <a:extLst>
              <a:ext uri="{FF2B5EF4-FFF2-40B4-BE49-F238E27FC236}">
                <a16:creationId xmlns:a16="http://schemas.microsoft.com/office/drawing/2014/main" id="{68AC714F-40E3-DFC8-DA96-14BB4FA7B400}"/>
              </a:ext>
            </a:extLst>
          </p:cNvPr>
          <p:cNvSpPr/>
          <p:nvPr/>
        </p:nvSpPr>
        <p:spPr>
          <a:xfrm>
            <a:off x="11520982" y="519587"/>
            <a:ext cx="6401371" cy="7522256"/>
          </a:xfrm>
          <a:prstGeom prst="roundRect">
            <a:avLst>
              <a:gd name="adj" fmla="val 3394"/>
            </a:avLst>
          </a:prstGeom>
          <a:solidFill>
            <a:srgbClr val="1F3240"/>
          </a:solidFill>
          <a:ln w="38100">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p>
        </p:txBody>
      </p:sp>
      <p:grpSp>
        <p:nvGrpSpPr>
          <p:cNvPr id="14" name="Group 13">
            <a:extLst>
              <a:ext uri="{FF2B5EF4-FFF2-40B4-BE49-F238E27FC236}">
                <a16:creationId xmlns:a16="http://schemas.microsoft.com/office/drawing/2014/main" id="{514D3966-47A1-2E33-6DBD-55F9F839C307}"/>
              </a:ext>
            </a:extLst>
          </p:cNvPr>
          <p:cNvGrpSpPr/>
          <p:nvPr/>
        </p:nvGrpSpPr>
        <p:grpSpPr>
          <a:xfrm>
            <a:off x="16736441" y="662871"/>
            <a:ext cx="1045236" cy="247209"/>
            <a:chOff x="16511244" y="712189"/>
            <a:chExt cx="1045236" cy="240311"/>
          </a:xfrm>
        </p:grpSpPr>
        <p:sp>
          <p:nvSpPr>
            <p:cNvPr id="16" name="Oval 15">
              <a:extLst>
                <a:ext uri="{FF2B5EF4-FFF2-40B4-BE49-F238E27FC236}">
                  <a16:creationId xmlns:a16="http://schemas.microsoft.com/office/drawing/2014/main" id="{F2D37E15-80B1-9FF6-3C92-B8AAE49B197D}"/>
                </a:ext>
              </a:extLst>
            </p:cNvPr>
            <p:cNvSpPr/>
            <p:nvPr/>
          </p:nvSpPr>
          <p:spPr>
            <a:xfrm>
              <a:off x="17312640" y="715498"/>
              <a:ext cx="243840" cy="237002"/>
            </a:xfrm>
            <a:prstGeom prst="ellipse">
              <a:avLst/>
            </a:prstGeom>
            <a:solidFill>
              <a:srgbClr val="1CC54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Oval 17">
              <a:extLst>
                <a:ext uri="{FF2B5EF4-FFF2-40B4-BE49-F238E27FC236}">
                  <a16:creationId xmlns:a16="http://schemas.microsoft.com/office/drawing/2014/main" id="{432AF1EF-99CC-8175-752E-4FC9A9441095}"/>
                </a:ext>
              </a:extLst>
            </p:cNvPr>
            <p:cNvSpPr/>
            <p:nvPr/>
          </p:nvSpPr>
          <p:spPr>
            <a:xfrm>
              <a:off x="16913900" y="712189"/>
              <a:ext cx="243840" cy="237002"/>
            </a:xfrm>
            <a:prstGeom prst="ellipse">
              <a:avLst/>
            </a:prstGeom>
            <a:solidFill>
              <a:srgbClr val="FFBC3E"/>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Oval 23">
              <a:extLst>
                <a:ext uri="{FF2B5EF4-FFF2-40B4-BE49-F238E27FC236}">
                  <a16:creationId xmlns:a16="http://schemas.microsoft.com/office/drawing/2014/main" id="{970CB8E8-EB9C-A050-4DD0-DC9D20F8C068}"/>
                </a:ext>
              </a:extLst>
            </p:cNvPr>
            <p:cNvSpPr/>
            <p:nvPr/>
          </p:nvSpPr>
          <p:spPr>
            <a:xfrm>
              <a:off x="16511244" y="712189"/>
              <a:ext cx="243840" cy="237002"/>
            </a:xfrm>
            <a:prstGeom prst="ellipse">
              <a:avLst/>
            </a:prstGeom>
            <a:solidFill>
              <a:srgbClr val="F4665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25" name="Google Shape;535;p11">
            <a:extLst>
              <a:ext uri="{FF2B5EF4-FFF2-40B4-BE49-F238E27FC236}">
                <a16:creationId xmlns:a16="http://schemas.microsoft.com/office/drawing/2014/main" id="{B7151B8D-7FE9-49DB-41CD-E4E77F6183D8}"/>
              </a:ext>
            </a:extLst>
          </p:cNvPr>
          <p:cNvSpPr txBox="1"/>
          <p:nvPr/>
        </p:nvSpPr>
        <p:spPr>
          <a:xfrm>
            <a:off x="11749582" y="1025881"/>
            <a:ext cx="6032096"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1" i="0" u="none" strike="noStrike" cap="none" dirty="0" err="1">
                <a:latin typeface="Calibri Light" panose="020F0302020204030204" pitchFamily="34" charset="0"/>
                <a:ea typeface="Calibri Light" panose="020F0302020204030204" pitchFamily="34" charset="0"/>
                <a:cs typeface="Calibri Light" panose="020F0302020204030204" pitchFamily="34" charset="0"/>
                <a:sym typeface="Anton"/>
              </a:rPr>
              <a:t>Infrastructure_Hosting</a:t>
            </a:r>
            <a:r>
              <a:rPr lang="en-US" sz="3200" b="1" i="0" u="none" strike="noStrike" cap="none" dirty="0">
                <a:latin typeface="Calibri Light" panose="020F0302020204030204" pitchFamily="34" charset="0"/>
                <a:ea typeface="Calibri Light" panose="020F0302020204030204" pitchFamily="34" charset="0"/>
                <a:cs typeface="Calibri Light" panose="020F0302020204030204" pitchFamily="34" charset="0"/>
                <a:sym typeface="Anton"/>
              </a:rPr>
              <a:t> {</a:t>
            </a:r>
            <a:endParaRPr lang="en-US" sz="32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26" name="Google Shape;535;p11">
            <a:extLst>
              <a:ext uri="{FF2B5EF4-FFF2-40B4-BE49-F238E27FC236}">
                <a16:creationId xmlns:a16="http://schemas.microsoft.com/office/drawing/2014/main" id="{892CF453-ED90-01B3-B711-0DB4D80C138F}"/>
              </a:ext>
            </a:extLst>
          </p:cNvPr>
          <p:cNvSpPr txBox="1"/>
          <p:nvPr/>
        </p:nvSpPr>
        <p:spPr>
          <a:xfrm>
            <a:off x="11749582" y="1726862"/>
            <a:ext cx="5772165" cy="60324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Solution: “Digital Ocean”,</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Explanation: [</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“Supports fully configurable</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GNU/Linux web server”,</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“Allows root access”,</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“Beginner friendly interface”,</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“Extensive documentation”,</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“Predictable pricing model”,</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“Reasonably priced”,</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“Compatible with docker”,</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“Provides SSH access with</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key-based authentication”</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a:t>
            </a:r>
          </a:p>
        </p:txBody>
      </p:sp>
      <p:sp>
        <p:nvSpPr>
          <p:cNvPr id="29" name="Rectangle: Rounded Corners 28">
            <a:extLst>
              <a:ext uri="{FF2B5EF4-FFF2-40B4-BE49-F238E27FC236}">
                <a16:creationId xmlns:a16="http://schemas.microsoft.com/office/drawing/2014/main" id="{55E7827F-1BFE-608E-BD68-6C306F4476F1}"/>
              </a:ext>
            </a:extLst>
          </p:cNvPr>
          <p:cNvSpPr/>
          <p:nvPr/>
        </p:nvSpPr>
        <p:spPr>
          <a:xfrm>
            <a:off x="2432959" y="6698626"/>
            <a:ext cx="9182293" cy="3310414"/>
          </a:xfrm>
          <a:prstGeom prst="roundRect">
            <a:avLst>
              <a:gd name="adj" fmla="val 3394"/>
            </a:avLst>
          </a:prstGeom>
          <a:solidFill>
            <a:srgbClr val="1F3240"/>
          </a:solidFill>
          <a:ln w="38100">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p>
        </p:txBody>
      </p:sp>
      <p:grpSp>
        <p:nvGrpSpPr>
          <p:cNvPr id="30" name="Group 29">
            <a:extLst>
              <a:ext uri="{FF2B5EF4-FFF2-40B4-BE49-F238E27FC236}">
                <a16:creationId xmlns:a16="http://schemas.microsoft.com/office/drawing/2014/main" id="{4D4B64D7-967F-A296-76D7-0E95BC204451}"/>
              </a:ext>
            </a:extLst>
          </p:cNvPr>
          <p:cNvGrpSpPr/>
          <p:nvPr/>
        </p:nvGrpSpPr>
        <p:grpSpPr>
          <a:xfrm>
            <a:off x="10429340" y="6811023"/>
            <a:ext cx="1045236" cy="247209"/>
            <a:chOff x="16511244" y="712189"/>
            <a:chExt cx="1045236" cy="240311"/>
          </a:xfrm>
        </p:grpSpPr>
        <p:sp>
          <p:nvSpPr>
            <p:cNvPr id="31" name="Oval 30">
              <a:extLst>
                <a:ext uri="{FF2B5EF4-FFF2-40B4-BE49-F238E27FC236}">
                  <a16:creationId xmlns:a16="http://schemas.microsoft.com/office/drawing/2014/main" id="{129A5288-1E33-1F46-408A-261CB3334532}"/>
                </a:ext>
              </a:extLst>
            </p:cNvPr>
            <p:cNvSpPr/>
            <p:nvPr/>
          </p:nvSpPr>
          <p:spPr>
            <a:xfrm>
              <a:off x="17312640" y="715498"/>
              <a:ext cx="243840" cy="237002"/>
            </a:xfrm>
            <a:prstGeom prst="ellipse">
              <a:avLst/>
            </a:prstGeom>
            <a:solidFill>
              <a:srgbClr val="1CC54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2" name="Oval 31">
              <a:extLst>
                <a:ext uri="{FF2B5EF4-FFF2-40B4-BE49-F238E27FC236}">
                  <a16:creationId xmlns:a16="http://schemas.microsoft.com/office/drawing/2014/main" id="{6FAAC6A5-A7CB-4475-3D5C-6E19C56CAF76}"/>
                </a:ext>
              </a:extLst>
            </p:cNvPr>
            <p:cNvSpPr/>
            <p:nvPr/>
          </p:nvSpPr>
          <p:spPr>
            <a:xfrm>
              <a:off x="16913900" y="712189"/>
              <a:ext cx="243840" cy="237002"/>
            </a:xfrm>
            <a:prstGeom prst="ellipse">
              <a:avLst/>
            </a:prstGeom>
            <a:solidFill>
              <a:srgbClr val="FFBC3E"/>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Oval 32">
              <a:extLst>
                <a:ext uri="{FF2B5EF4-FFF2-40B4-BE49-F238E27FC236}">
                  <a16:creationId xmlns:a16="http://schemas.microsoft.com/office/drawing/2014/main" id="{1C6B467B-A171-CCF5-F5BB-FD2F76F7A3A0}"/>
                </a:ext>
              </a:extLst>
            </p:cNvPr>
            <p:cNvSpPr/>
            <p:nvPr/>
          </p:nvSpPr>
          <p:spPr>
            <a:xfrm>
              <a:off x="16511244" y="712189"/>
              <a:ext cx="243840" cy="237002"/>
            </a:xfrm>
            <a:prstGeom prst="ellipse">
              <a:avLst/>
            </a:prstGeom>
            <a:solidFill>
              <a:srgbClr val="F4665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34" name="Google Shape;535;p11">
            <a:extLst>
              <a:ext uri="{FF2B5EF4-FFF2-40B4-BE49-F238E27FC236}">
                <a16:creationId xmlns:a16="http://schemas.microsoft.com/office/drawing/2014/main" id="{FEB573FF-4552-C051-9DAD-A57D46204B34}"/>
              </a:ext>
            </a:extLst>
          </p:cNvPr>
          <p:cNvSpPr txBox="1"/>
          <p:nvPr/>
        </p:nvSpPr>
        <p:spPr>
          <a:xfrm>
            <a:off x="2816512" y="7103695"/>
            <a:ext cx="6032096"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1" i="0" u="none" strike="noStrike" cap="none" dirty="0" err="1">
                <a:latin typeface="Calibri Light" panose="020F0302020204030204" pitchFamily="34" charset="0"/>
                <a:ea typeface="Calibri Light" panose="020F0302020204030204" pitchFamily="34" charset="0"/>
                <a:cs typeface="Calibri Light" panose="020F0302020204030204" pitchFamily="34" charset="0"/>
                <a:sym typeface="Anton"/>
              </a:rPr>
              <a:t>Infrastructure_Backup</a:t>
            </a:r>
            <a:r>
              <a:rPr lang="en-US" sz="3200" b="1" i="0" u="none" strike="noStrike" cap="none" dirty="0">
                <a:latin typeface="Calibri Light" panose="020F0302020204030204" pitchFamily="34" charset="0"/>
                <a:ea typeface="Calibri Light" panose="020F0302020204030204" pitchFamily="34" charset="0"/>
                <a:cs typeface="Calibri Light" panose="020F0302020204030204" pitchFamily="34" charset="0"/>
                <a:sym typeface="Anton"/>
              </a:rPr>
              <a:t> {</a:t>
            </a:r>
            <a:endParaRPr lang="en-US" sz="32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5" name="Google Shape;535;p11">
            <a:extLst>
              <a:ext uri="{FF2B5EF4-FFF2-40B4-BE49-F238E27FC236}">
                <a16:creationId xmlns:a16="http://schemas.microsoft.com/office/drawing/2014/main" id="{FD851A8D-EA2A-3959-2195-71673BC4E24A}"/>
              </a:ext>
            </a:extLst>
          </p:cNvPr>
          <p:cNvSpPr txBox="1"/>
          <p:nvPr/>
        </p:nvSpPr>
        <p:spPr>
          <a:xfrm>
            <a:off x="2839958" y="7640554"/>
            <a:ext cx="8625238" cy="215443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Solution: “Cron Jobs”,</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Explanation: [ “Archives apps and web directories”,</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“Runs on host system”, “recoverable” </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6242F"/>
        </a:solidFill>
        <a:effectLst/>
      </p:bgPr>
    </p:bg>
    <p:spTree>
      <p:nvGrpSpPr>
        <p:cNvPr id="1" name="Shape 762">
          <a:extLst>
            <a:ext uri="{FF2B5EF4-FFF2-40B4-BE49-F238E27FC236}">
              <a16:creationId xmlns:a16="http://schemas.microsoft.com/office/drawing/2014/main" id="{9681C8BF-206F-1B3D-08B9-9CB4E3D4C2AF}"/>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2255B543-BD2E-23D5-2DDD-D2374200E9E6}"/>
              </a:ext>
            </a:extLst>
          </p:cNvPr>
          <p:cNvGrpSpPr/>
          <p:nvPr/>
        </p:nvGrpSpPr>
        <p:grpSpPr>
          <a:xfrm>
            <a:off x="889831" y="2885017"/>
            <a:ext cx="9182293" cy="4917545"/>
            <a:chOff x="897245" y="2677616"/>
            <a:chExt cx="9182293" cy="4917545"/>
          </a:xfrm>
        </p:grpSpPr>
        <p:sp>
          <p:nvSpPr>
            <p:cNvPr id="2" name="Rectangle: Rounded Corners 1">
              <a:extLst>
                <a:ext uri="{FF2B5EF4-FFF2-40B4-BE49-F238E27FC236}">
                  <a16:creationId xmlns:a16="http://schemas.microsoft.com/office/drawing/2014/main" id="{16BBAFFF-3A76-8A56-4008-4E7AB4C3DFC9}"/>
                </a:ext>
              </a:extLst>
            </p:cNvPr>
            <p:cNvSpPr/>
            <p:nvPr/>
          </p:nvSpPr>
          <p:spPr>
            <a:xfrm>
              <a:off x="897245" y="2677616"/>
              <a:ext cx="9182293" cy="4917545"/>
            </a:xfrm>
            <a:prstGeom prst="roundRect">
              <a:avLst>
                <a:gd name="adj" fmla="val 3394"/>
              </a:avLst>
            </a:prstGeom>
            <a:solidFill>
              <a:srgbClr val="1F3240"/>
            </a:solidFill>
            <a:ln w="38100">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dirty="0"/>
            </a:p>
          </p:txBody>
        </p:sp>
        <p:sp>
          <p:nvSpPr>
            <p:cNvPr id="9" name="Google Shape;535;p11">
              <a:extLst>
                <a:ext uri="{FF2B5EF4-FFF2-40B4-BE49-F238E27FC236}">
                  <a16:creationId xmlns:a16="http://schemas.microsoft.com/office/drawing/2014/main" id="{05C562A2-7140-8CF7-E71F-6010DD8BC2EB}"/>
                </a:ext>
              </a:extLst>
            </p:cNvPr>
            <p:cNvSpPr txBox="1"/>
            <p:nvPr/>
          </p:nvSpPr>
          <p:spPr>
            <a:xfrm>
              <a:off x="1321038" y="3718901"/>
              <a:ext cx="6032096"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1" i="0" u="none" strike="noStrike" cap="none" dirty="0" err="1">
                  <a:latin typeface="Calibri Light" panose="020F0302020204030204" pitchFamily="34" charset="0"/>
                  <a:ea typeface="Calibri Light" panose="020F0302020204030204" pitchFamily="34" charset="0"/>
                  <a:cs typeface="Calibri Light" panose="020F0302020204030204" pitchFamily="34" charset="0"/>
                  <a:sym typeface="Anton"/>
                </a:rPr>
                <a:t>Backend_Server</a:t>
              </a:r>
              <a:r>
                <a:rPr lang="en-US" sz="3200" b="1" i="0" u="none" strike="noStrike" cap="none" dirty="0">
                  <a:latin typeface="Calibri Light" panose="020F0302020204030204" pitchFamily="34" charset="0"/>
                  <a:ea typeface="Calibri Light" panose="020F0302020204030204" pitchFamily="34" charset="0"/>
                  <a:cs typeface="Calibri Light" panose="020F0302020204030204" pitchFamily="34" charset="0"/>
                  <a:sym typeface="Anton"/>
                </a:rPr>
                <a:t> {</a:t>
              </a:r>
              <a:endParaRPr lang="en-US" sz="32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0" name="Google Shape;535;p11">
              <a:extLst>
                <a:ext uri="{FF2B5EF4-FFF2-40B4-BE49-F238E27FC236}">
                  <a16:creationId xmlns:a16="http://schemas.microsoft.com/office/drawing/2014/main" id="{378F21DD-0CA3-2117-251E-C272FB82546B}"/>
                </a:ext>
              </a:extLst>
            </p:cNvPr>
            <p:cNvSpPr txBox="1"/>
            <p:nvPr/>
          </p:nvSpPr>
          <p:spPr>
            <a:xfrm>
              <a:off x="1321038" y="4359437"/>
              <a:ext cx="8625238" cy="301621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Solution: “Ubuntu VPS”,</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Explanation: [</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“Allows docker containers”, </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“Simplifies Configuration”,</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“Removes the need fora separate reverse proxy.”, 	</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a:t>
              </a:r>
            </a:p>
          </p:txBody>
        </p:sp>
      </p:grpSp>
      <p:grpSp>
        <p:nvGrpSpPr>
          <p:cNvPr id="11" name="Group 10">
            <a:extLst>
              <a:ext uri="{FF2B5EF4-FFF2-40B4-BE49-F238E27FC236}">
                <a16:creationId xmlns:a16="http://schemas.microsoft.com/office/drawing/2014/main" id="{5927211F-EE74-4255-3A6B-42AF0E09D2EA}"/>
              </a:ext>
            </a:extLst>
          </p:cNvPr>
          <p:cNvGrpSpPr/>
          <p:nvPr/>
        </p:nvGrpSpPr>
        <p:grpSpPr>
          <a:xfrm>
            <a:off x="8215876" y="3476817"/>
            <a:ext cx="9182293" cy="2606800"/>
            <a:chOff x="2432959" y="6698626"/>
            <a:chExt cx="9182293" cy="2606800"/>
          </a:xfrm>
        </p:grpSpPr>
        <p:sp>
          <p:nvSpPr>
            <p:cNvPr id="29" name="Rectangle: Rounded Corners 28">
              <a:extLst>
                <a:ext uri="{FF2B5EF4-FFF2-40B4-BE49-F238E27FC236}">
                  <a16:creationId xmlns:a16="http://schemas.microsoft.com/office/drawing/2014/main" id="{C8EC6458-6667-F128-9032-3FE311EE2FBA}"/>
                </a:ext>
              </a:extLst>
            </p:cNvPr>
            <p:cNvSpPr/>
            <p:nvPr/>
          </p:nvSpPr>
          <p:spPr>
            <a:xfrm>
              <a:off x="2432959" y="6698626"/>
              <a:ext cx="9182293" cy="2606800"/>
            </a:xfrm>
            <a:prstGeom prst="roundRect">
              <a:avLst>
                <a:gd name="adj" fmla="val 3394"/>
              </a:avLst>
            </a:prstGeom>
            <a:solidFill>
              <a:srgbClr val="1F3240"/>
            </a:solidFill>
            <a:ln w="38100">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p>
          </p:txBody>
        </p:sp>
        <p:grpSp>
          <p:nvGrpSpPr>
            <p:cNvPr id="30" name="Group 29">
              <a:extLst>
                <a:ext uri="{FF2B5EF4-FFF2-40B4-BE49-F238E27FC236}">
                  <a16:creationId xmlns:a16="http://schemas.microsoft.com/office/drawing/2014/main" id="{F0BBD4F7-E503-D1C7-2026-A197DD90F004}"/>
                </a:ext>
              </a:extLst>
            </p:cNvPr>
            <p:cNvGrpSpPr/>
            <p:nvPr/>
          </p:nvGrpSpPr>
          <p:grpSpPr>
            <a:xfrm>
              <a:off x="10429340" y="6811023"/>
              <a:ext cx="1045236" cy="247209"/>
              <a:chOff x="16511244" y="712189"/>
              <a:chExt cx="1045236" cy="240311"/>
            </a:xfrm>
          </p:grpSpPr>
          <p:sp>
            <p:nvSpPr>
              <p:cNvPr id="31" name="Oval 30">
                <a:extLst>
                  <a:ext uri="{FF2B5EF4-FFF2-40B4-BE49-F238E27FC236}">
                    <a16:creationId xmlns:a16="http://schemas.microsoft.com/office/drawing/2014/main" id="{8BB82188-3C3A-2AF1-3653-F9342B5767B5}"/>
                  </a:ext>
                </a:extLst>
              </p:cNvPr>
              <p:cNvSpPr/>
              <p:nvPr/>
            </p:nvSpPr>
            <p:spPr>
              <a:xfrm>
                <a:off x="17312640" y="715498"/>
                <a:ext cx="243840" cy="237002"/>
              </a:xfrm>
              <a:prstGeom prst="ellipse">
                <a:avLst/>
              </a:prstGeom>
              <a:solidFill>
                <a:srgbClr val="1CC54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2" name="Oval 31">
                <a:extLst>
                  <a:ext uri="{FF2B5EF4-FFF2-40B4-BE49-F238E27FC236}">
                    <a16:creationId xmlns:a16="http://schemas.microsoft.com/office/drawing/2014/main" id="{C307D3CA-49D1-FC6F-539D-8D9C8C76136B}"/>
                  </a:ext>
                </a:extLst>
              </p:cNvPr>
              <p:cNvSpPr/>
              <p:nvPr/>
            </p:nvSpPr>
            <p:spPr>
              <a:xfrm>
                <a:off x="16913900" y="712189"/>
                <a:ext cx="243840" cy="237002"/>
              </a:xfrm>
              <a:prstGeom prst="ellipse">
                <a:avLst/>
              </a:prstGeom>
              <a:solidFill>
                <a:srgbClr val="FFBC3E"/>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Oval 32">
                <a:extLst>
                  <a:ext uri="{FF2B5EF4-FFF2-40B4-BE49-F238E27FC236}">
                    <a16:creationId xmlns:a16="http://schemas.microsoft.com/office/drawing/2014/main" id="{318607C7-1F37-15D7-8EC3-A40304494EAF}"/>
                  </a:ext>
                </a:extLst>
              </p:cNvPr>
              <p:cNvSpPr/>
              <p:nvPr/>
            </p:nvSpPr>
            <p:spPr>
              <a:xfrm>
                <a:off x="16511244" y="712189"/>
                <a:ext cx="243840" cy="237002"/>
              </a:xfrm>
              <a:prstGeom prst="ellipse">
                <a:avLst/>
              </a:prstGeom>
              <a:solidFill>
                <a:srgbClr val="F4665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34" name="Google Shape;535;p11">
              <a:extLst>
                <a:ext uri="{FF2B5EF4-FFF2-40B4-BE49-F238E27FC236}">
                  <a16:creationId xmlns:a16="http://schemas.microsoft.com/office/drawing/2014/main" id="{58F5D9EE-9A77-AE29-5CF9-85D9BBB87DEC}"/>
                </a:ext>
              </a:extLst>
            </p:cNvPr>
            <p:cNvSpPr txBox="1"/>
            <p:nvPr/>
          </p:nvSpPr>
          <p:spPr>
            <a:xfrm>
              <a:off x="2816512" y="7103695"/>
              <a:ext cx="6032096"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1" i="0" u="none" strike="noStrike" cap="none" dirty="0" err="1">
                  <a:latin typeface="Calibri Light" panose="020F0302020204030204" pitchFamily="34" charset="0"/>
                  <a:ea typeface="Calibri Light" panose="020F0302020204030204" pitchFamily="34" charset="0"/>
                  <a:cs typeface="Calibri Light" panose="020F0302020204030204" pitchFamily="34" charset="0"/>
                  <a:sym typeface="Anton"/>
                </a:rPr>
                <a:t>Backend_Database</a:t>
              </a:r>
              <a:r>
                <a:rPr lang="en-US" sz="3200" b="1" i="0" u="none" strike="noStrike" cap="none" dirty="0">
                  <a:latin typeface="Calibri Light" panose="020F0302020204030204" pitchFamily="34" charset="0"/>
                  <a:ea typeface="Calibri Light" panose="020F0302020204030204" pitchFamily="34" charset="0"/>
                  <a:cs typeface="Calibri Light" panose="020F0302020204030204" pitchFamily="34" charset="0"/>
                  <a:sym typeface="Anton"/>
                </a:rPr>
                <a:t>{</a:t>
              </a:r>
              <a:endParaRPr lang="en-US" sz="32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5" name="Google Shape;535;p11">
              <a:extLst>
                <a:ext uri="{FF2B5EF4-FFF2-40B4-BE49-F238E27FC236}">
                  <a16:creationId xmlns:a16="http://schemas.microsoft.com/office/drawing/2014/main" id="{5981AF00-F402-BA71-4F82-B46394BA5046}"/>
                </a:ext>
              </a:extLst>
            </p:cNvPr>
            <p:cNvSpPr txBox="1"/>
            <p:nvPr/>
          </p:nvSpPr>
          <p:spPr>
            <a:xfrm>
              <a:off x="2839958" y="7640554"/>
              <a:ext cx="8625238" cy="129266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Solution: “N/A”,</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Explanation: “To be added in the future”</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a:t>
              </a:r>
            </a:p>
          </p:txBody>
        </p:sp>
      </p:grpSp>
      <p:grpSp>
        <p:nvGrpSpPr>
          <p:cNvPr id="7" name="Group 6">
            <a:extLst>
              <a:ext uri="{FF2B5EF4-FFF2-40B4-BE49-F238E27FC236}">
                <a16:creationId xmlns:a16="http://schemas.microsoft.com/office/drawing/2014/main" id="{2C1EB58A-AA3D-9955-CDD8-008663C38DEF}"/>
              </a:ext>
            </a:extLst>
          </p:cNvPr>
          <p:cNvGrpSpPr/>
          <p:nvPr/>
        </p:nvGrpSpPr>
        <p:grpSpPr>
          <a:xfrm>
            <a:off x="4402529" y="589348"/>
            <a:ext cx="9482941" cy="1388038"/>
            <a:chOff x="615434" y="519587"/>
            <a:chExt cx="9482941" cy="1388038"/>
          </a:xfrm>
        </p:grpSpPr>
        <p:grpSp>
          <p:nvGrpSpPr>
            <p:cNvPr id="40" name="Google Shape;459;p11">
              <a:extLst>
                <a:ext uri="{FF2B5EF4-FFF2-40B4-BE49-F238E27FC236}">
                  <a16:creationId xmlns:a16="http://schemas.microsoft.com/office/drawing/2014/main" id="{E1493F12-6BF2-4366-725E-1E9ED9AA20F6}"/>
                </a:ext>
              </a:extLst>
            </p:cNvPr>
            <p:cNvGrpSpPr/>
            <p:nvPr/>
          </p:nvGrpSpPr>
          <p:grpSpPr>
            <a:xfrm>
              <a:off x="615434" y="519587"/>
              <a:ext cx="9482941" cy="1388038"/>
              <a:chOff x="0" y="-47625"/>
              <a:chExt cx="1719710" cy="378511"/>
            </a:xfrm>
          </p:grpSpPr>
          <p:sp>
            <p:nvSpPr>
              <p:cNvPr id="45" name="Google Shape;460;p11">
                <a:extLst>
                  <a:ext uri="{FF2B5EF4-FFF2-40B4-BE49-F238E27FC236}">
                    <a16:creationId xmlns:a16="http://schemas.microsoft.com/office/drawing/2014/main" id="{A1FA6679-7168-7F6E-D2FD-6CFA6ADF34F6}"/>
                  </a:ext>
                </a:extLst>
              </p:cNvPr>
              <p:cNvSpPr/>
              <p:nvPr/>
            </p:nvSpPr>
            <p:spPr>
              <a:xfrm>
                <a:off x="0" y="0"/>
                <a:ext cx="1719710" cy="330886"/>
              </a:xfrm>
              <a:custGeom>
                <a:avLst/>
                <a:gdLst/>
                <a:ahLst/>
                <a:cxnLst/>
                <a:rect l="l" t="t" r="r" b="b"/>
                <a:pathLst>
                  <a:path w="1719710" h="330886" extrusionOk="0">
                    <a:moveTo>
                      <a:pt x="60470" y="0"/>
                    </a:moveTo>
                    <a:lnTo>
                      <a:pt x="1659240" y="0"/>
                    </a:lnTo>
                    <a:cubicBezTo>
                      <a:pt x="1675277" y="0"/>
                      <a:pt x="1690658" y="6371"/>
                      <a:pt x="1701998" y="17711"/>
                    </a:cubicBezTo>
                    <a:cubicBezTo>
                      <a:pt x="1713339" y="29051"/>
                      <a:pt x="1719710" y="44432"/>
                      <a:pt x="1719710" y="60470"/>
                    </a:cubicBezTo>
                    <a:lnTo>
                      <a:pt x="1719710" y="270416"/>
                    </a:lnTo>
                    <a:cubicBezTo>
                      <a:pt x="1719710" y="303813"/>
                      <a:pt x="1692636" y="330886"/>
                      <a:pt x="1659240" y="330886"/>
                    </a:cubicBezTo>
                    <a:lnTo>
                      <a:pt x="60470" y="330886"/>
                    </a:lnTo>
                    <a:cubicBezTo>
                      <a:pt x="27073" y="330886"/>
                      <a:pt x="0" y="303813"/>
                      <a:pt x="0" y="270416"/>
                    </a:cubicBezTo>
                    <a:lnTo>
                      <a:pt x="0" y="60470"/>
                    </a:lnTo>
                    <a:cubicBezTo>
                      <a:pt x="0" y="27073"/>
                      <a:pt x="27073" y="0"/>
                      <a:pt x="60470"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1;p11">
                <a:extLst>
                  <a:ext uri="{FF2B5EF4-FFF2-40B4-BE49-F238E27FC236}">
                    <a16:creationId xmlns:a16="http://schemas.microsoft.com/office/drawing/2014/main" id="{6877522B-82B7-4932-EF28-815B45585137}"/>
                  </a:ext>
                </a:extLst>
              </p:cNvPr>
              <p:cNvSpPr txBox="1"/>
              <p:nvPr/>
            </p:nvSpPr>
            <p:spPr>
              <a:xfrm>
                <a:off x="0" y="-47625"/>
                <a:ext cx="1719710"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 name="Google Shape;462;p11">
              <a:extLst>
                <a:ext uri="{FF2B5EF4-FFF2-40B4-BE49-F238E27FC236}">
                  <a16:creationId xmlns:a16="http://schemas.microsoft.com/office/drawing/2014/main" id="{89A76DED-84C5-03CC-FCCD-DC0A61C579BD}"/>
                </a:ext>
              </a:extLst>
            </p:cNvPr>
            <p:cNvGrpSpPr/>
            <p:nvPr/>
          </p:nvGrpSpPr>
          <p:grpSpPr>
            <a:xfrm>
              <a:off x="615434" y="524182"/>
              <a:ext cx="9482941" cy="1213392"/>
              <a:chOff x="0" y="0"/>
              <a:chExt cx="1719710" cy="330886"/>
            </a:xfrm>
          </p:grpSpPr>
          <p:sp>
            <p:nvSpPr>
              <p:cNvPr id="43" name="Google Shape;463;p11">
                <a:extLst>
                  <a:ext uri="{FF2B5EF4-FFF2-40B4-BE49-F238E27FC236}">
                    <a16:creationId xmlns:a16="http://schemas.microsoft.com/office/drawing/2014/main" id="{1390DE88-B835-0A08-8CD2-666CCC60BD0D}"/>
                  </a:ext>
                </a:extLst>
              </p:cNvPr>
              <p:cNvSpPr/>
              <p:nvPr/>
            </p:nvSpPr>
            <p:spPr>
              <a:xfrm>
                <a:off x="0" y="0"/>
                <a:ext cx="1719710" cy="330886"/>
              </a:xfrm>
              <a:custGeom>
                <a:avLst/>
                <a:gdLst/>
                <a:ahLst/>
                <a:cxnLst/>
                <a:rect l="l" t="t" r="r" b="b"/>
                <a:pathLst>
                  <a:path w="1719710" h="330886" extrusionOk="0">
                    <a:moveTo>
                      <a:pt x="60470" y="0"/>
                    </a:moveTo>
                    <a:lnTo>
                      <a:pt x="1659240" y="0"/>
                    </a:lnTo>
                    <a:cubicBezTo>
                      <a:pt x="1675277" y="0"/>
                      <a:pt x="1690658" y="6371"/>
                      <a:pt x="1701998" y="17711"/>
                    </a:cubicBezTo>
                    <a:cubicBezTo>
                      <a:pt x="1713339" y="29051"/>
                      <a:pt x="1719710" y="44432"/>
                      <a:pt x="1719710" y="60470"/>
                    </a:cubicBezTo>
                    <a:lnTo>
                      <a:pt x="1719710" y="270416"/>
                    </a:lnTo>
                    <a:cubicBezTo>
                      <a:pt x="1719710" y="303813"/>
                      <a:pt x="1692636" y="330886"/>
                      <a:pt x="1659240" y="330886"/>
                    </a:cubicBezTo>
                    <a:lnTo>
                      <a:pt x="60470" y="330886"/>
                    </a:lnTo>
                    <a:cubicBezTo>
                      <a:pt x="27073" y="330886"/>
                      <a:pt x="0" y="303813"/>
                      <a:pt x="0" y="270416"/>
                    </a:cubicBezTo>
                    <a:lnTo>
                      <a:pt x="0" y="60470"/>
                    </a:lnTo>
                    <a:cubicBezTo>
                      <a:pt x="0" y="27073"/>
                      <a:pt x="27073" y="0"/>
                      <a:pt x="60470"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64;p11">
                <a:extLst>
                  <a:ext uri="{FF2B5EF4-FFF2-40B4-BE49-F238E27FC236}">
                    <a16:creationId xmlns:a16="http://schemas.microsoft.com/office/drawing/2014/main" id="{1A4B2FCC-0445-14CC-2629-DAD06E0A23FB}"/>
                  </a:ext>
                </a:extLst>
              </p:cNvPr>
              <p:cNvSpPr txBox="1"/>
              <p:nvPr/>
            </p:nvSpPr>
            <p:spPr>
              <a:xfrm>
                <a:off x="0" y="46372"/>
                <a:ext cx="1719710" cy="21555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2" name="Google Shape;536;p11">
              <a:extLst>
                <a:ext uri="{FF2B5EF4-FFF2-40B4-BE49-F238E27FC236}">
                  <a16:creationId xmlns:a16="http://schemas.microsoft.com/office/drawing/2014/main" id="{48FAB40F-4310-AEBE-1390-3083AC2F97B9}"/>
                </a:ext>
              </a:extLst>
            </p:cNvPr>
            <p:cNvSpPr txBox="1"/>
            <p:nvPr/>
          </p:nvSpPr>
          <p:spPr>
            <a:xfrm>
              <a:off x="905064" y="580310"/>
              <a:ext cx="9174475" cy="1101135"/>
            </a:xfrm>
            <a:prstGeom prst="rect">
              <a:avLst/>
            </a:prstGeom>
            <a:noFill/>
            <a:ln>
              <a:noFill/>
            </a:ln>
          </p:spPr>
          <p:txBody>
            <a:bodyPr spcFirstLastPara="1" wrap="square" lIns="0" tIns="0" rIns="0" bIns="0" anchor="t" anchorCtr="0">
              <a:spAutoFit/>
            </a:bodyPr>
            <a:lstStyle/>
            <a:p>
              <a:pPr marL="0" marR="0" lvl="0" indent="0" algn="l" rtl="0">
                <a:lnSpc>
                  <a:spcPct val="119989"/>
                </a:lnSpc>
                <a:spcBef>
                  <a:spcPts val="0"/>
                </a:spcBef>
                <a:spcAft>
                  <a:spcPts val="0"/>
                </a:spcAft>
                <a:buNone/>
              </a:pPr>
              <a:r>
                <a:rPr lang="en-US" sz="5963" b="0" i="0" u="none" strike="noStrike" cap="none" dirty="0">
                  <a:solidFill>
                    <a:srgbClr val="FFFFFF"/>
                  </a:solidFill>
                  <a:latin typeface="Anton"/>
                  <a:ea typeface="Anton"/>
                  <a:cs typeface="Anton"/>
                  <a:sym typeface="Anton"/>
                </a:rPr>
                <a:t>Major Technical Solutions.2</a:t>
              </a:r>
            </a:p>
          </p:txBody>
        </p:sp>
      </p:grpSp>
      <p:grpSp>
        <p:nvGrpSpPr>
          <p:cNvPr id="20" name="Group 19">
            <a:extLst>
              <a:ext uri="{FF2B5EF4-FFF2-40B4-BE49-F238E27FC236}">
                <a16:creationId xmlns:a16="http://schemas.microsoft.com/office/drawing/2014/main" id="{1BB7A8E7-FB22-1FF9-7B64-E003F1ECEBBD}"/>
              </a:ext>
            </a:extLst>
          </p:cNvPr>
          <p:cNvGrpSpPr/>
          <p:nvPr/>
        </p:nvGrpSpPr>
        <p:grpSpPr>
          <a:xfrm>
            <a:off x="8893626" y="3024474"/>
            <a:ext cx="1045236" cy="247209"/>
            <a:chOff x="16511244" y="712189"/>
            <a:chExt cx="1045236" cy="240311"/>
          </a:xfrm>
        </p:grpSpPr>
        <p:sp>
          <p:nvSpPr>
            <p:cNvPr id="21" name="Oval 20">
              <a:extLst>
                <a:ext uri="{FF2B5EF4-FFF2-40B4-BE49-F238E27FC236}">
                  <a16:creationId xmlns:a16="http://schemas.microsoft.com/office/drawing/2014/main" id="{BA483FEB-BE0D-4897-EE86-135D4324715E}"/>
                </a:ext>
              </a:extLst>
            </p:cNvPr>
            <p:cNvSpPr/>
            <p:nvPr/>
          </p:nvSpPr>
          <p:spPr>
            <a:xfrm>
              <a:off x="17312640" y="715498"/>
              <a:ext cx="243840" cy="237002"/>
            </a:xfrm>
            <a:prstGeom prst="ellipse">
              <a:avLst/>
            </a:prstGeom>
            <a:solidFill>
              <a:srgbClr val="1CC54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Oval 21">
              <a:extLst>
                <a:ext uri="{FF2B5EF4-FFF2-40B4-BE49-F238E27FC236}">
                  <a16:creationId xmlns:a16="http://schemas.microsoft.com/office/drawing/2014/main" id="{9EAA5475-EB62-6B50-D938-0D71E945C438}"/>
                </a:ext>
              </a:extLst>
            </p:cNvPr>
            <p:cNvSpPr/>
            <p:nvPr/>
          </p:nvSpPr>
          <p:spPr>
            <a:xfrm>
              <a:off x="16913900" y="712189"/>
              <a:ext cx="243840" cy="237002"/>
            </a:xfrm>
            <a:prstGeom prst="ellipse">
              <a:avLst/>
            </a:prstGeom>
            <a:solidFill>
              <a:srgbClr val="FFBC3E"/>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Oval 22">
              <a:extLst>
                <a:ext uri="{FF2B5EF4-FFF2-40B4-BE49-F238E27FC236}">
                  <a16:creationId xmlns:a16="http://schemas.microsoft.com/office/drawing/2014/main" id="{F446FC79-EAD2-42CE-D571-6C32FFFE2A8E}"/>
                </a:ext>
              </a:extLst>
            </p:cNvPr>
            <p:cNvSpPr/>
            <p:nvPr/>
          </p:nvSpPr>
          <p:spPr>
            <a:xfrm>
              <a:off x="16511244" y="712189"/>
              <a:ext cx="243840" cy="237002"/>
            </a:xfrm>
            <a:prstGeom prst="ellipse">
              <a:avLst/>
            </a:prstGeom>
            <a:solidFill>
              <a:srgbClr val="F4665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38" name="Google Shape;521;p11">
            <a:extLst>
              <a:ext uri="{FF2B5EF4-FFF2-40B4-BE49-F238E27FC236}">
                <a16:creationId xmlns:a16="http://schemas.microsoft.com/office/drawing/2014/main" id="{B4F36FE9-BD44-9C01-ECF7-56A41BFFD80F}"/>
              </a:ext>
            </a:extLst>
          </p:cNvPr>
          <p:cNvSpPr/>
          <p:nvPr/>
        </p:nvSpPr>
        <p:spPr>
          <a:xfrm>
            <a:off x="12862130" y="6929141"/>
            <a:ext cx="1264045" cy="1746841"/>
          </a:xfrm>
          <a:custGeom>
            <a:avLst/>
            <a:gdLst/>
            <a:ahLst/>
            <a:cxnLst/>
            <a:rect l="l" t="t" r="r" b="b"/>
            <a:pathLst>
              <a:path w="836443" h="1333460" extrusionOk="0">
                <a:moveTo>
                  <a:pt x="0" y="0"/>
                </a:moveTo>
                <a:lnTo>
                  <a:pt x="836443" y="0"/>
                </a:lnTo>
                <a:lnTo>
                  <a:pt x="836443" y="1333460"/>
                </a:lnTo>
                <a:lnTo>
                  <a:pt x="0" y="1333460"/>
                </a:lnTo>
                <a:lnTo>
                  <a:pt x="0" y="0"/>
                </a:lnTo>
                <a:close/>
              </a:path>
            </a:pathLst>
          </a:custGeom>
          <a:blipFill rotWithShape="1">
            <a:blip r:embed="rId3">
              <a:alphaModFix/>
              <a:biLevel thresh="50000"/>
            </a:blip>
            <a:stretch>
              <a:fillRect/>
            </a:stretch>
          </a:blipFill>
          <a:ln>
            <a:noFill/>
          </a:ln>
        </p:spPr>
        <p:txBody>
          <a:bodyPr/>
          <a:lstStyle/>
          <a:p>
            <a:endParaRPr lang="en-CA"/>
          </a:p>
        </p:txBody>
      </p:sp>
    </p:spTree>
    <p:extLst>
      <p:ext uri="{BB962C8B-B14F-4D97-AF65-F5344CB8AC3E}">
        <p14:creationId xmlns:p14="http://schemas.microsoft.com/office/powerpoint/2010/main" val="3934929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6242F"/>
        </a:solidFill>
        <a:effectLst/>
      </p:bgPr>
    </p:bg>
    <p:spTree>
      <p:nvGrpSpPr>
        <p:cNvPr id="1" name="Shape 458">
          <a:extLst>
            <a:ext uri="{FF2B5EF4-FFF2-40B4-BE49-F238E27FC236}">
              <a16:creationId xmlns:a16="http://schemas.microsoft.com/office/drawing/2014/main" id="{19FC64F9-18B6-AF6B-7FE8-0A2F78B3ED4B}"/>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2AEADDB7-9E03-4A7C-09CF-8740DBDF1727}"/>
              </a:ext>
            </a:extLst>
          </p:cNvPr>
          <p:cNvSpPr/>
          <p:nvPr/>
        </p:nvSpPr>
        <p:spPr>
          <a:xfrm>
            <a:off x="890224" y="611714"/>
            <a:ext cx="16507552" cy="8852326"/>
          </a:xfrm>
          <a:prstGeom prst="roundRect">
            <a:avLst>
              <a:gd name="adj" fmla="val 3394"/>
            </a:avLst>
          </a:prstGeom>
          <a:solidFill>
            <a:srgbClr val="1F3240"/>
          </a:solidFill>
          <a:ln w="38100">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p>
        </p:txBody>
      </p:sp>
      <p:sp>
        <p:nvSpPr>
          <p:cNvPr id="2" name="Google Shape;604;p12">
            <a:extLst>
              <a:ext uri="{FF2B5EF4-FFF2-40B4-BE49-F238E27FC236}">
                <a16:creationId xmlns:a16="http://schemas.microsoft.com/office/drawing/2014/main" id="{6CCC512D-BE60-A8F6-0853-507400904961}"/>
              </a:ext>
            </a:extLst>
          </p:cNvPr>
          <p:cNvSpPr txBox="1"/>
          <p:nvPr/>
        </p:nvSpPr>
        <p:spPr>
          <a:xfrm>
            <a:off x="1835104" y="1125888"/>
            <a:ext cx="12446871" cy="33239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endParaRPr dirty="0"/>
          </a:p>
        </p:txBody>
      </p:sp>
      <p:grpSp>
        <p:nvGrpSpPr>
          <p:cNvPr id="4" name="Group 3">
            <a:extLst>
              <a:ext uri="{FF2B5EF4-FFF2-40B4-BE49-F238E27FC236}">
                <a16:creationId xmlns:a16="http://schemas.microsoft.com/office/drawing/2014/main" id="{4A210194-50B7-CAF9-2341-6E039C754C8F}"/>
              </a:ext>
            </a:extLst>
          </p:cNvPr>
          <p:cNvGrpSpPr/>
          <p:nvPr/>
        </p:nvGrpSpPr>
        <p:grpSpPr>
          <a:xfrm>
            <a:off x="16001917" y="986949"/>
            <a:ext cx="1174905" cy="277877"/>
            <a:chOff x="16511244" y="712189"/>
            <a:chExt cx="1045236" cy="240311"/>
          </a:xfrm>
        </p:grpSpPr>
        <p:sp>
          <p:nvSpPr>
            <p:cNvPr id="5" name="Oval 4">
              <a:extLst>
                <a:ext uri="{FF2B5EF4-FFF2-40B4-BE49-F238E27FC236}">
                  <a16:creationId xmlns:a16="http://schemas.microsoft.com/office/drawing/2014/main" id="{DE01D768-734B-539C-5401-9F77C4001EBE}"/>
                </a:ext>
              </a:extLst>
            </p:cNvPr>
            <p:cNvSpPr/>
            <p:nvPr/>
          </p:nvSpPr>
          <p:spPr>
            <a:xfrm>
              <a:off x="17312640" y="715498"/>
              <a:ext cx="243840" cy="237002"/>
            </a:xfrm>
            <a:prstGeom prst="ellipse">
              <a:avLst/>
            </a:prstGeom>
            <a:solidFill>
              <a:srgbClr val="1CC54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Oval 5">
              <a:extLst>
                <a:ext uri="{FF2B5EF4-FFF2-40B4-BE49-F238E27FC236}">
                  <a16:creationId xmlns:a16="http://schemas.microsoft.com/office/drawing/2014/main" id="{7986FC6E-CE56-97CD-BD22-C2D9A2254217}"/>
                </a:ext>
              </a:extLst>
            </p:cNvPr>
            <p:cNvSpPr/>
            <p:nvPr/>
          </p:nvSpPr>
          <p:spPr>
            <a:xfrm>
              <a:off x="16913900" y="712189"/>
              <a:ext cx="243840" cy="237002"/>
            </a:xfrm>
            <a:prstGeom prst="ellipse">
              <a:avLst/>
            </a:prstGeom>
            <a:solidFill>
              <a:srgbClr val="FFBC3E"/>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Oval 6">
              <a:extLst>
                <a:ext uri="{FF2B5EF4-FFF2-40B4-BE49-F238E27FC236}">
                  <a16:creationId xmlns:a16="http://schemas.microsoft.com/office/drawing/2014/main" id="{D11C30D0-5375-1705-E335-DDD87FD07CAC}"/>
                </a:ext>
              </a:extLst>
            </p:cNvPr>
            <p:cNvSpPr/>
            <p:nvPr/>
          </p:nvSpPr>
          <p:spPr>
            <a:xfrm>
              <a:off x="16511244" y="712189"/>
              <a:ext cx="243840" cy="237002"/>
            </a:xfrm>
            <a:prstGeom prst="ellipse">
              <a:avLst/>
            </a:prstGeom>
            <a:solidFill>
              <a:srgbClr val="F4665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9" name="Google Shape;535;p11">
            <a:extLst>
              <a:ext uri="{FF2B5EF4-FFF2-40B4-BE49-F238E27FC236}">
                <a16:creationId xmlns:a16="http://schemas.microsoft.com/office/drawing/2014/main" id="{CEA99D09-99BF-F6B3-6DA4-2E707725A1CC}"/>
              </a:ext>
            </a:extLst>
          </p:cNvPr>
          <p:cNvSpPr txBox="1"/>
          <p:nvPr/>
        </p:nvSpPr>
        <p:spPr>
          <a:xfrm>
            <a:off x="3408017" y="1715675"/>
            <a:ext cx="15341718" cy="192360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500" dirty="0">
                <a:solidFill>
                  <a:schemeClr val="tx2">
                    <a:lumMod val="40000"/>
                    <a:lumOff val="60000"/>
                  </a:schemeClr>
                </a:solidFill>
                <a:latin typeface="Anton"/>
                <a:ea typeface="Anton"/>
                <a:cs typeface="Anton"/>
                <a:sym typeface="Anton"/>
              </a:rPr>
              <a:t>Run</a:t>
            </a:r>
            <a:r>
              <a:rPr lang="en-US" sz="12500" dirty="0">
                <a:solidFill>
                  <a:srgbClr val="CCECFF"/>
                </a:solidFill>
                <a:latin typeface="Anton"/>
                <a:ea typeface="Anton"/>
                <a:cs typeface="Anton"/>
                <a:sym typeface="Anton"/>
              </a:rPr>
              <a:t> Demo.exe </a:t>
            </a:r>
            <a:r>
              <a:rPr lang="en-CA" sz="12500" b="1" dirty="0"/>
              <a:t>↵</a:t>
            </a:r>
            <a:endParaRPr lang="en-US" sz="12500" b="0" i="0" u="none" strike="noStrike" cap="none" dirty="0">
              <a:solidFill>
                <a:srgbClr val="FFFEF8"/>
              </a:solidFill>
              <a:latin typeface="Anton"/>
              <a:ea typeface="Anton"/>
              <a:cs typeface="Anton"/>
              <a:sym typeface="Anton"/>
            </a:endParaRPr>
          </a:p>
        </p:txBody>
      </p:sp>
      <p:sp>
        <p:nvSpPr>
          <p:cNvPr id="600" name="Google Shape;600;p12">
            <a:extLst>
              <a:ext uri="{FF2B5EF4-FFF2-40B4-BE49-F238E27FC236}">
                <a16:creationId xmlns:a16="http://schemas.microsoft.com/office/drawing/2014/main" id="{F1BDD071-95D9-B870-2E5C-16E9B4446C3D}"/>
              </a:ext>
            </a:extLst>
          </p:cNvPr>
          <p:cNvSpPr txBox="1"/>
          <p:nvPr/>
        </p:nvSpPr>
        <p:spPr>
          <a:xfrm>
            <a:off x="3408017" y="3987105"/>
            <a:ext cx="12009783" cy="1255728"/>
          </a:xfrm>
          <a:prstGeom prst="rect">
            <a:avLst/>
          </a:prstGeom>
          <a:noFill/>
          <a:ln>
            <a:noFill/>
          </a:ln>
        </p:spPr>
        <p:txBody>
          <a:bodyPr spcFirstLastPara="1" wrap="square" lIns="0" tIns="0" rIns="0" bIns="0" anchor="t" anchorCtr="0">
            <a:spAutoFit/>
          </a:bodyPr>
          <a:lstStyle/>
          <a:p>
            <a:pPr marL="0" marR="0" lvl="0" indent="0" algn="l" rtl="0">
              <a:lnSpc>
                <a:spcPct val="119989"/>
              </a:lnSpc>
              <a:spcBef>
                <a:spcPts val="0"/>
              </a:spcBef>
              <a:spcAft>
                <a:spcPts val="0"/>
              </a:spcAft>
              <a:buNone/>
            </a:pPr>
            <a:r>
              <a:rPr lang="en-US" sz="6800" dirty="0">
                <a:solidFill>
                  <a:schemeClr val="accent2">
                    <a:lumMod val="40000"/>
                    <a:lumOff val="60000"/>
                  </a:schemeClr>
                </a:solidFill>
                <a:latin typeface="Anton"/>
                <a:sym typeface="Anton"/>
              </a:rPr>
              <a:t>loading</a:t>
            </a:r>
            <a:r>
              <a:rPr lang="en-US" sz="6800" dirty="0">
                <a:solidFill>
                  <a:srgbClr val="CCECFF"/>
                </a:solidFill>
                <a:latin typeface="Anton"/>
                <a:sym typeface="Anton"/>
              </a:rPr>
              <a:t> Demo.VPS.exe . . .  </a:t>
            </a:r>
            <a:endParaRPr lang="en-US" sz="12500" dirty="0">
              <a:solidFill>
                <a:srgbClr val="CCECFF"/>
              </a:solidFill>
            </a:endParaRPr>
          </a:p>
        </p:txBody>
      </p:sp>
      <p:sp>
        <p:nvSpPr>
          <p:cNvPr id="11" name="Google Shape;600;p12">
            <a:extLst>
              <a:ext uri="{FF2B5EF4-FFF2-40B4-BE49-F238E27FC236}">
                <a16:creationId xmlns:a16="http://schemas.microsoft.com/office/drawing/2014/main" id="{A2A7E1A2-BB91-7058-1BE8-2C1E0A72708C}"/>
              </a:ext>
            </a:extLst>
          </p:cNvPr>
          <p:cNvSpPr txBox="1"/>
          <p:nvPr/>
        </p:nvSpPr>
        <p:spPr>
          <a:xfrm>
            <a:off x="3408017" y="5479122"/>
            <a:ext cx="11704983" cy="1255728"/>
          </a:xfrm>
          <a:prstGeom prst="rect">
            <a:avLst/>
          </a:prstGeom>
          <a:noFill/>
          <a:ln>
            <a:noFill/>
          </a:ln>
        </p:spPr>
        <p:txBody>
          <a:bodyPr spcFirstLastPara="1" wrap="square" lIns="0" tIns="0" rIns="0" bIns="0" anchor="t" anchorCtr="0">
            <a:spAutoFit/>
          </a:bodyPr>
          <a:lstStyle/>
          <a:p>
            <a:pPr marL="0" marR="0" lvl="0" indent="0" algn="l" rtl="0">
              <a:lnSpc>
                <a:spcPct val="119989"/>
              </a:lnSpc>
              <a:spcBef>
                <a:spcPts val="0"/>
              </a:spcBef>
              <a:spcAft>
                <a:spcPts val="0"/>
              </a:spcAft>
              <a:buNone/>
            </a:pPr>
            <a:r>
              <a:rPr lang="en-US" sz="6800" dirty="0">
                <a:solidFill>
                  <a:schemeClr val="accent2">
                    <a:lumMod val="40000"/>
                    <a:lumOff val="60000"/>
                  </a:schemeClr>
                </a:solidFill>
                <a:latin typeface="Anton"/>
                <a:sym typeface="Anton"/>
              </a:rPr>
              <a:t>loading</a:t>
            </a:r>
            <a:r>
              <a:rPr lang="en-US" sz="6800" dirty="0">
                <a:solidFill>
                  <a:srgbClr val="CCECFF"/>
                </a:solidFill>
                <a:latin typeface="Anton"/>
                <a:sym typeface="Anton"/>
              </a:rPr>
              <a:t> Demo.DOCKER.exe . . .  </a:t>
            </a:r>
            <a:endParaRPr lang="en-US" sz="12500" dirty="0">
              <a:solidFill>
                <a:srgbClr val="CCECFF"/>
              </a:solidFill>
            </a:endParaRPr>
          </a:p>
        </p:txBody>
      </p:sp>
      <p:sp>
        <p:nvSpPr>
          <p:cNvPr id="12" name="Google Shape;600;p12">
            <a:extLst>
              <a:ext uri="{FF2B5EF4-FFF2-40B4-BE49-F238E27FC236}">
                <a16:creationId xmlns:a16="http://schemas.microsoft.com/office/drawing/2014/main" id="{D9999635-D8FA-75F7-28AA-01991937FD21}"/>
              </a:ext>
            </a:extLst>
          </p:cNvPr>
          <p:cNvSpPr txBox="1"/>
          <p:nvPr/>
        </p:nvSpPr>
        <p:spPr>
          <a:xfrm>
            <a:off x="3408018" y="6904253"/>
            <a:ext cx="13153316" cy="1255728"/>
          </a:xfrm>
          <a:prstGeom prst="rect">
            <a:avLst/>
          </a:prstGeom>
          <a:noFill/>
          <a:ln>
            <a:noFill/>
          </a:ln>
        </p:spPr>
        <p:txBody>
          <a:bodyPr spcFirstLastPara="1" wrap="square" lIns="0" tIns="0" rIns="0" bIns="0" anchor="t" anchorCtr="0">
            <a:spAutoFit/>
          </a:bodyPr>
          <a:lstStyle/>
          <a:p>
            <a:pPr marL="0" marR="0" lvl="0" indent="0" algn="l" rtl="0">
              <a:lnSpc>
                <a:spcPct val="119989"/>
              </a:lnSpc>
              <a:spcBef>
                <a:spcPts val="0"/>
              </a:spcBef>
              <a:spcAft>
                <a:spcPts val="0"/>
              </a:spcAft>
              <a:buNone/>
            </a:pPr>
            <a:r>
              <a:rPr lang="en-US" sz="6800" dirty="0">
                <a:solidFill>
                  <a:schemeClr val="accent2">
                    <a:lumMod val="40000"/>
                    <a:lumOff val="60000"/>
                  </a:schemeClr>
                </a:solidFill>
                <a:latin typeface="Anton"/>
                <a:sym typeface="Anton"/>
              </a:rPr>
              <a:t>loading</a:t>
            </a:r>
            <a:r>
              <a:rPr lang="en-US" sz="6800" dirty="0">
                <a:solidFill>
                  <a:srgbClr val="CCECFF"/>
                </a:solidFill>
                <a:latin typeface="Anton"/>
                <a:sym typeface="Anton"/>
              </a:rPr>
              <a:t> Demo.BASH.SCRIPS.exe . . .  </a:t>
            </a:r>
            <a:endParaRPr lang="en-US" sz="12500" dirty="0">
              <a:solidFill>
                <a:srgbClr val="CCECFF"/>
              </a:solidFill>
            </a:endParaRPr>
          </a:p>
        </p:txBody>
      </p:sp>
      <p:sp>
        <p:nvSpPr>
          <p:cNvPr id="13" name="Google Shape;521;p11">
            <a:extLst>
              <a:ext uri="{FF2B5EF4-FFF2-40B4-BE49-F238E27FC236}">
                <a16:creationId xmlns:a16="http://schemas.microsoft.com/office/drawing/2014/main" id="{BD1AA448-5DF7-92B0-9E8C-699E88313215}"/>
              </a:ext>
            </a:extLst>
          </p:cNvPr>
          <p:cNvSpPr/>
          <p:nvPr/>
        </p:nvSpPr>
        <p:spPr>
          <a:xfrm>
            <a:off x="15190480" y="8329384"/>
            <a:ext cx="1264045" cy="1746841"/>
          </a:xfrm>
          <a:custGeom>
            <a:avLst/>
            <a:gdLst/>
            <a:ahLst/>
            <a:cxnLst/>
            <a:rect l="l" t="t" r="r" b="b"/>
            <a:pathLst>
              <a:path w="836443" h="1333460" extrusionOk="0">
                <a:moveTo>
                  <a:pt x="0" y="0"/>
                </a:moveTo>
                <a:lnTo>
                  <a:pt x="836443" y="0"/>
                </a:lnTo>
                <a:lnTo>
                  <a:pt x="836443" y="1333460"/>
                </a:lnTo>
                <a:lnTo>
                  <a:pt x="0" y="1333460"/>
                </a:lnTo>
                <a:lnTo>
                  <a:pt x="0" y="0"/>
                </a:lnTo>
                <a:close/>
              </a:path>
            </a:pathLst>
          </a:custGeom>
          <a:blipFill rotWithShape="1">
            <a:blip r:embed="rId3">
              <a:alphaModFix/>
              <a:biLevel thresh="50000"/>
            </a:blip>
            <a:stretch>
              <a:fillRect/>
            </a:stretch>
          </a:blipFill>
          <a:ln>
            <a:noFill/>
          </a:ln>
        </p:spPr>
        <p:txBody>
          <a:bodyPr/>
          <a:lstStyle/>
          <a:p>
            <a:endParaRPr lang="en-CA"/>
          </a:p>
        </p:txBody>
      </p:sp>
    </p:spTree>
    <p:extLst>
      <p:ext uri="{BB962C8B-B14F-4D97-AF65-F5344CB8AC3E}">
        <p14:creationId xmlns:p14="http://schemas.microsoft.com/office/powerpoint/2010/main" val="1132717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6242F"/>
        </a:solidFill>
        <a:effectLst/>
      </p:bgPr>
    </p:bg>
    <p:spTree>
      <p:nvGrpSpPr>
        <p:cNvPr id="1" name="Shape 762">
          <a:extLst>
            <a:ext uri="{FF2B5EF4-FFF2-40B4-BE49-F238E27FC236}">
              <a16:creationId xmlns:a16="http://schemas.microsoft.com/office/drawing/2014/main" id="{8D00167A-0872-F510-1E1A-27E49A8CD621}"/>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C626923E-CF45-EF9E-C83F-327AC805AEFF}"/>
              </a:ext>
            </a:extLst>
          </p:cNvPr>
          <p:cNvSpPr/>
          <p:nvPr/>
        </p:nvSpPr>
        <p:spPr>
          <a:xfrm>
            <a:off x="205424" y="760321"/>
            <a:ext cx="9585667" cy="2647945"/>
          </a:xfrm>
          <a:prstGeom prst="roundRect">
            <a:avLst>
              <a:gd name="adj" fmla="val 3394"/>
            </a:avLst>
          </a:prstGeom>
          <a:solidFill>
            <a:srgbClr val="192934"/>
          </a:solidFill>
          <a:ln w="38100">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p>
        </p:txBody>
      </p:sp>
      <p:sp>
        <p:nvSpPr>
          <p:cNvPr id="17" name="Google Shape;756;p14">
            <a:extLst>
              <a:ext uri="{FF2B5EF4-FFF2-40B4-BE49-F238E27FC236}">
                <a16:creationId xmlns:a16="http://schemas.microsoft.com/office/drawing/2014/main" id="{5E4BD918-D83A-E60F-947F-12FF1CD4868A}"/>
              </a:ext>
            </a:extLst>
          </p:cNvPr>
          <p:cNvSpPr txBox="1"/>
          <p:nvPr/>
        </p:nvSpPr>
        <p:spPr>
          <a:xfrm>
            <a:off x="1142391" y="1130124"/>
            <a:ext cx="7727556" cy="2308324"/>
          </a:xfrm>
          <a:prstGeom prst="rect">
            <a:avLst/>
          </a:prstGeom>
          <a:noFill/>
          <a:ln>
            <a:noFill/>
          </a:ln>
        </p:spPr>
        <p:txBody>
          <a:bodyPr spcFirstLastPara="1" wrap="square" lIns="0" tIns="0" rIns="0" bIns="0" anchor="t" anchorCtr="0">
            <a:spAutoFit/>
          </a:bodyPr>
          <a:lstStyle/>
          <a:p>
            <a:pPr marL="0" marR="0" lvl="0" indent="0" algn="l" rtl="0">
              <a:lnSpc>
                <a:spcPct val="119996"/>
              </a:lnSpc>
              <a:spcBef>
                <a:spcPts val="0"/>
              </a:spcBef>
              <a:spcAft>
                <a:spcPts val="0"/>
              </a:spcAft>
              <a:buNone/>
            </a:pPr>
            <a:r>
              <a:rPr lang="en-US" sz="12500" b="0" i="0" u="none" strike="noStrike" cap="none" dirty="0">
                <a:solidFill>
                  <a:srgbClr val="CCECFF"/>
                </a:solidFill>
                <a:latin typeface="Anton"/>
                <a:ea typeface="Anton"/>
                <a:cs typeface="Anton"/>
                <a:sym typeface="Anton"/>
              </a:rPr>
              <a:t>GitHub tour</a:t>
            </a:r>
            <a:endParaRPr sz="12500" dirty="0">
              <a:solidFill>
                <a:srgbClr val="CCECFF"/>
              </a:solidFill>
            </a:endParaRPr>
          </a:p>
        </p:txBody>
      </p:sp>
      <p:grpSp>
        <p:nvGrpSpPr>
          <p:cNvPr id="20" name="Group 19">
            <a:extLst>
              <a:ext uri="{FF2B5EF4-FFF2-40B4-BE49-F238E27FC236}">
                <a16:creationId xmlns:a16="http://schemas.microsoft.com/office/drawing/2014/main" id="{1FB5B3BE-06E4-51E3-74ED-473CA857B208}"/>
              </a:ext>
            </a:extLst>
          </p:cNvPr>
          <p:cNvGrpSpPr/>
          <p:nvPr/>
        </p:nvGrpSpPr>
        <p:grpSpPr>
          <a:xfrm>
            <a:off x="8099543" y="864214"/>
            <a:ext cx="1535059" cy="363057"/>
            <a:chOff x="16511244" y="712189"/>
            <a:chExt cx="1045236" cy="240311"/>
          </a:xfrm>
        </p:grpSpPr>
        <p:sp>
          <p:nvSpPr>
            <p:cNvPr id="21" name="Oval 20">
              <a:extLst>
                <a:ext uri="{FF2B5EF4-FFF2-40B4-BE49-F238E27FC236}">
                  <a16:creationId xmlns:a16="http://schemas.microsoft.com/office/drawing/2014/main" id="{CB4DF90D-539B-3DF4-C6D9-96458E3D4679}"/>
                </a:ext>
              </a:extLst>
            </p:cNvPr>
            <p:cNvSpPr/>
            <p:nvPr/>
          </p:nvSpPr>
          <p:spPr>
            <a:xfrm>
              <a:off x="17312640" y="715498"/>
              <a:ext cx="243840" cy="237002"/>
            </a:xfrm>
            <a:prstGeom prst="ellipse">
              <a:avLst/>
            </a:prstGeom>
            <a:solidFill>
              <a:srgbClr val="1CC54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2" name="Oval 21">
              <a:extLst>
                <a:ext uri="{FF2B5EF4-FFF2-40B4-BE49-F238E27FC236}">
                  <a16:creationId xmlns:a16="http://schemas.microsoft.com/office/drawing/2014/main" id="{21CBD3A4-6ECD-C916-9294-04A9D79DC7CD}"/>
                </a:ext>
              </a:extLst>
            </p:cNvPr>
            <p:cNvSpPr/>
            <p:nvPr/>
          </p:nvSpPr>
          <p:spPr>
            <a:xfrm>
              <a:off x="16913900" y="712189"/>
              <a:ext cx="243840" cy="237002"/>
            </a:xfrm>
            <a:prstGeom prst="ellipse">
              <a:avLst/>
            </a:prstGeom>
            <a:solidFill>
              <a:srgbClr val="FFBC3E"/>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Oval 22">
              <a:extLst>
                <a:ext uri="{FF2B5EF4-FFF2-40B4-BE49-F238E27FC236}">
                  <a16:creationId xmlns:a16="http://schemas.microsoft.com/office/drawing/2014/main" id="{E5CFC941-EFAA-6216-579E-B9F0A170E1C1}"/>
                </a:ext>
              </a:extLst>
            </p:cNvPr>
            <p:cNvSpPr/>
            <p:nvPr/>
          </p:nvSpPr>
          <p:spPr>
            <a:xfrm>
              <a:off x="16511244" y="712189"/>
              <a:ext cx="243840" cy="237002"/>
            </a:xfrm>
            <a:prstGeom prst="ellipse">
              <a:avLst/>
            </a:prstGeom>
            <a:solidFill>
              <a:srgbClr val="F4665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9" name="Rectangle: Rounded Corners 8">
            <a:extLst>
              <a:ext uri="{FF2B5EF4-FFF2-40B4-BE49-F238E27FC236}">
                <a16:creationId xmlns:a16="http://schemas.microsoft.com/office/drawing/2014/main" id="{BBF585F9-CB3B-2AF9-8411-AF062CD2EBAB}"/>
              </a:ext>
            </a:extLst>
          </p:cNvPr>
          <p:cNvSpPr/>
          <p:nvPr/>
        </p:nvSpPr>
        <p:spPr>
          <a:xfrm>
            <a:off x="205424" y="4728564"/>
            <a:ext cx="7844688" cy="3837930"/>
          </a:xfrm>
          <a:prstGeom prst="roundRect">
            <a:avLst>
              <a:gd name="adj" fmla="val 3394"/>
            </a:avLst>
          </a:prstGeom>
          <a:solidFill>
            <a:srgbClr val="1F3240"/>
          </a:solidFill>
          <a:ln w="38100">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p>
        </p:txBody>
      </p:sp>
      <p:sp>
        <p:nvSpPr>
          <p:cNvPr id="14" name="Rectangle: Rounded Corners 13">
            <a:extLst>
              <a:ext uri="{FF2B5EF4-FFF2-40B4-BE49-F238E27FC236}">
                <a16:creationId xmlns:a16="http://schemas.microsoft.com/office/drawing/2014/main" id="{AEE1FF81-FAAD-F81F-1D7C-09FCC0FC5DF8}"/>
              </a:ext>
            </a:extLst>
          </p:cNvPr>
          <p:cNvSpPr/>
          <p:nvPr/>
        </p:nvSpPr>
        <p:spPr>
          <a:xfrm>
            <a:off x="10595922" y="692737"/>
            <a:ext cx="6716063" cy="9065655"/>
          </a:xfrm>
          <a:prstGeom prst="roundRect">
            <a:avLst>
              <a:gd name="adj" fmla="val 3394"/>
            </a:avLst>
          </a:prstGeom>
          <a:solidFill>
            <a:srgbClr val="1F3240"/>
          </a:solidFill>
          <a:ln w="38100">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p>
        </p:txBody>
      </p:sp>
      <p:sp>
        <p:nvSpPr>
          <p:cNvPr id="16" name="Google Shape;756;p14">
            <a:extLst>
              <a:ext uri="{FF2B5EF4-FFF2-40B4-BE49-F238E27FC236}">
                <a16:creationId xmlns:a16="http://schemas.microsoft.com/office/drawing/2014/main" id="{D57A901F-4197-AFC5-64A6-0509198F392C}"/>
              </a:ext>
            </a:extLst>
          </p:cNvPr>
          <p:cNvSpPr txBox="1"/>
          <p:nvPr/>
        </p:nvSpPr>
        <p:spPr>
          <a:xfrm>
            <a:off x="11024641" y="736494"/>
            <a:ext cx="6287344" cy="590931"/>
          </a:xfrm>
          <a:prstGeom prst="rect">
            <a:avLst/>
          </a:prstGeom>
          <a:noFill/>
          <a:ln>
            <a:noFill/>
          </a:ln>
        </p:spPr>
        <p:txBody>
          <a:bodyPr spcFirstLastPara="1" wrap="square" lIns="0" tIns="0" rIns="0" bIns="0" anchor="t" anchorCtr="0">
            <a:spAutoFit/>
          </a:bodyPr>
          <a:lstStyle/>
          <a:p>
            <a:pPr marL="0" marR="0" lvl="0" indent="0" algn="l" rtl="0">
              <a:lnSpc>
                <a:spcPct val="119996"/>
              </a:lnSpc>
              <a:spcBef>
                <a:spcPts val="0"/>
              </a:spcBef>
              <a:spcAft>
                <a:spcPts val="0"/>
              </a:spcAft>
              <a:buNone/>
            </a:pPr>
            <a:r>
              <a:rPr lang="en-US" sz="3200" b="0" i="0" u="none" strike="noStrike" cap="none" dirty="0">
                <a:solidFill>
                  <a:srgbClr val="CCECFF"/>
                </a:solidFill>
                <a:ea typeface="Anton"/>
                <a:cs typeface="Anton"/>
                <a:sym typeface="Anton"/>
              </a:rPr>
              <a:t>README.MD</a:t>
            </a:r>
            <a:endParaRPr lang="en-US" sz="3200" dirty="0">
              <a:solidFill>
                <a:srgbClr val="CCECFF"/>
              </a:solidFill>
            </a:endParaRPr>
          </a:p>
        </p:txBody>
      </p:sp>
      <p:pic>
        <p:nvPicPr>
          <p:cNvPr id="24" name="Picture 23">
            <a:extLst>
              <a:ext uri="{FF2B5EF4-FFF2-40B4-BE49-F238E27FC236}">
                <a16:creationId xmlns:a16="http://schemas.microsoft.com/office/drawing/2014/main" id="{20913ADA-B9E5-F909-C3B0-FE404811CADC}"/>
              </a:ext>
            </a:extLst>
          </p:cNvPr>
          <p:cNvPicPr>
            <a:picLocks noChangeAspect="1"/>
          </p:cNvPicPr>
          <p:nvPr/>
        </p:nvPicPr>
        <p:blipFill>
          <a:blip r:embed="rId3"/>
          <a:stretch>
            <a:fillRect/>
          </a:stretch>
        </p:blipFill>
        <p:spPr>
          <a:xfrm>
            <a:off x="10595922" y="1441907"/>
            <a:ext cx="6716063" cy="8316485"/>
          </a:xfrm>
          <a:prstGeom prst="rect">
            <a:avLst/>
          </a:prstGeom>
        </p:spPr>
      </p:pic>
      <p:pic>
        <p:nvPicPr>
          <p:cNvPr id="26" name="Picture 25">
            <a:extLst>
              <a:ext uri="{FF2B5EF4-FFF2-40B4-BE49-F238E27FC236}">
                <a16:creationId xmlns:a16="http://schemas.microsoft.com/office/drawing/2014/main" id="{845D1A86-E97E-42A7-8DD4-D9191C6B3725}"/>
              </a:ext>
            </a:extLst>
          </p:cNvPr>
          <p:cNvPicPr>
            <a:picLocks noChangeAspect="1"/>
          </p:cNvPicPr>
          <p:nvPr/>
        </p:nvPicPr>
        <p:blipFill>
          <a:blip r:embed="rId4"/>
          <a:stretch>
            <a:fillRect/>
          </a:stretch>
        </p:blipFill>
        <p:spPr>
          <a:xfrm>
            <a:off x="205424" y="5073150"/>
            <a:ext cx="7844688" cy="3495074"/>
          </a:xfrm>
          <a:prstGeom prst="rect">
            <a:avLst/>
          </a:prstGeom>
        </p:spPr>
      </p:pic>
      <p:sp>
        <p:nvSpPr>
          <p:cNvPr id="32" name="Rectangle: Rounded Corners 31">
            <a:extLst>
              <a:ext uri="{FF2B5EF4-FFF2-40B4-BE49-F238E27FC236}">
                <a16:creationId xmlns:a16="http://schemas.microsoft.com/office/drawing/2014/main" id="{60B40980-6605-1F52-C829-D53BA0D32704}"/>
              </a:ext>
            </a:extLst>
          </p:cNvPr>
          <p:cNvSpPr/>
          <p:nvPr/>
        </p:nvSpPr>
        <p:spPr>
          <a:xfrm>
            <a:off x="3275907" y="8080225"/>
            <a:ext cx="1956980" cy="1046130"/>
          </a:xfrm>
          <a:prstGeom prst="roundRect">
            <a:avLst>
              <a:gd name="adj" fmla="val 3394"/>
            </a:avLst>
          </a:prstGeom>
          <a:solidFill>
            <a:srgbClr val="1F3240"/>
          </a:solidFill>
          <a:ln w="38100">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p>
        </p:txBody>
      </p:sp>
      <p:pic>
        <p:nvPicPr>
          <p:cNvPr id="30" name="Picture 29">
            <a:extLst>
              <a:ext uri="{FF2B5EF4-FFF2-40B4-BE49-F238E27FC236}">
                <a16:creationId xmlns:a16="http://schemas.microsoft.com/office/drawing/2014/main" id="{B2C3932C-58F6-B6D5-1AC3-0413FD0662E0}"/>
              </a:ext>
            </a:extLst>
          </p:cNvPr>
          <p:cNvPicPr>
            <a:picLocks noChangeAspect="1"/>
          </p:cNvPicPr>
          <p:nvPr/>
        </p:nvPicPr>
        <p:blipFill>
          <a:blip r:embed="rId5"/>
          <a:stretch>
            <a:fillRect/>
          </a:stretch>
        </p:blipFill>
        <p:spPr>
          <a:xfrm>
            <a:off x="3275906" y="8290040"/>
            <a:ext cx="1956980" cy="836315"/>
          </a:xfrm>
          <a:prstGeom prst="rect">
            <a:avLst/>
          </a:prstGeom>
        </p:spPr>
      </p:pic>
      <p:sp>
        <p:nvSpPr>
          <p:cNvPr id="31" name="Rectangle: Rounded Corners 30">
            <a:extLst>
              <a:ext uri="{FF2B5EF4-FFF2-40B4-BE49-F238E27FC236}">
                <a16:creationId xmlns:a16="http://schemas.microsoft.com/office/drawing/2014/main" id="{438C5976-8910-626B-9E52-FC8CD9DE9792}"/>
              </a:ext>
            </a:extLst>
          </p:cNvPr>
          <p:cNvSpPr/>
          <p:nvPr/>
        </p:nvSpPr>
        <p:spPr>
          <a:xfrm>
            <a:off x="6399301" y="7732870"/>
            <a:ext cx="3849915" cy="1937357"/>
          </a:xfrm>
          <a:prstGeom prst="roundRect">
            <a:avLst>
              <a:gd name="adj" fmla="val 3394"/>
            </a:avLst>
          </a:prstGeom>
          <a:solidFill>
            <a:srgbClr val="1F3240"/>
          </a:solidFill>
          <a:ln w="38100">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p>
        </p:txBody>
      </p:sp>
      <p:pic>
        <p:nvPicPr>
          <p:cNvPr id="28" name="Picture 27">
            <a:extLst>
              <a:ext uri="{FF2B5EF4-FFF2-40B4-BE49-F238E27FC236}">
                <a16:creationId xmlns:a16="http://schemas.microsoft.com/office/drawing/2014/main" id="{B50B83BB-BA2B-43CD-5690-18B5F020E35D}"/>
              </a:ext>
            </a:extLst>
          </p:cNvPr>
          <p:cNvPicPr>
            <a:picLocks noChangeAspect="1"/>
          </p:cNvPicPr>
          <p:nvPr/>
        </p:nvPicPr>
        <p:blipFill>
          <a:blip r:embed="rId6"/>
          <a:stretch>
            <a:fillRect/>
          </a:stretch>
        </p:blipFill>
        <p:spPr>
          <a:xfrm>
            <a:off x="6399301" y="8018745"/>
            <a:ext cx="3838590" cy="1678168"/>
          </a:xfrm>
          <a:prstGeom prst="rect">
            <a:avLst/>
          </a:prstGeom>
        </p:spPr>
      </p:pic>
      <p:sp>
        <p:nvSpPr>
          <p:cNvPr id="33" name="Google Shape;756;p14">
            <a:extLst>
              <a:ext uri="{FF2B5EF4-FFF2-40B4-BE49-F238E27FC236}">
                <a16:creationId xmlns:a16="http://schemas.microsoft.com/office/drawing/2014/main" id="{85603683-90FF-63BC-EFDC-F83D0A02DD81}"/>
              </a:ext>
            </a:extLst>
          </p:cNvPr>
          <p:cNvSpPr txBox="1"/>
          <p:nvPr/>
        </p:nvSpPr>
        <p:spPr>
          <a:xfrm>
            <a:off x="384052" y="4679258"/>
            <a:ext cx="6287344" cy="443198"/>
          </a:xfrm>
          <a:prstGeom prst="rect">
            <a:avLst/>
          </a:prstGeom>
          <a:noFill/>
          <a:ln>
            <a:noFill/>
          </a:ln>
        </p:spPr>
        <p:txBody>
          <a:bodyPr spcFirstLastPara="1" wrap="square" lIns="0" tIns="0" rIns="0" bIns="0" anchor="t" anchorCtr="0">
            <a:spAutoFit/>
          </a:bodyPr>
          <a:lstStyle/>
          <a:p>
            <a:pPr marL="0" marR="0" lvl="0" indent="0" algn="l" rtl="0">
              <a:lnSpc>
                <a:spcPct val="119996"/>
              </a:lnSpc>
              <a:spcBef>
                <a:spcPts val="0"/>
              </a:spcBef>
              <a:spcAft>
                <a:spcPts val="0"/>
              </a:spcAft>
              <a:buNone/>
            </a:pPr>
            <a:r>
              <a:rPr lang="en-US" sz="2400" dirty="0">
                <a:solidFill>
                  <a:srgbClr val="CCECFF"/>
                </a:solidFill>
                <a:sym typeface="Anton"/>
              </a:rPr>
              <a:t>GitHub Files</a:t>
            </a:r>
            <a:endParaRPr lang="en-US" sz="2400" dirty="0">
              <a:solidFill>
                <a:srgbClr val="CCECFF"/>
              </a:solidFill>
            </a:endParaRPr>
          </a:p>
        </p:txBody>
      </p:sp>
      <p:grpSp>
        <p:nvGrpSpPr>
          <p:cNvPr id="35" name="Group 34">
            <a:extLst>
              <a:ext uri="{FF2B5EF4-FFF2-40B4-BE49-F238E27FC236}">
                <a16:creationId xmlns:a16="http://schemas.microsoft.com/office/drawing/2014/main" id="{97C050C0-5B98-8432-5893-A266CE9C6AF8}"/>
              </a:ext>
            </a:extLst>
          </p:cNvPr>
          <p:cNvGrpSpPr/>
          <p:nvPr/>
        </p:nvGrpSpPr>
        <p:grpSpPr>
          <a:xfrm>
            <a:off x="16136340" y="886415"/>
            <a:ext cx="1045236" cy="247209"/>
            <a:chOff x="16511244" y="712189"/>
            <a:chExt cx="1045236" cy="240311"/>
          </a:xfrm>
        </p:grpSpPr>
        <p:sp>
          <p:nvSpPr>
            <p:cNvPr id="36" name="Oval 35">
              <a:extLst>
                <a:ext uri="{FF2B5EF4-FFF2-40B4-BE49-F238E27FC236}">
                  <a16:creationId xmlns:a16="http://schemas.microsoft.com/office/drawing/2014/main" id="{669E5B87-7D53-BC7C-48BB-4FF73C30CCAD}"/>
                </a:ext>
              </a:extLst>
            </p:cNvPr>
            <p:cNvSpPr/>
            <p:nvPr/>
          </p:nvSpPr>
          <p:spPr>
            <a:xfrm>
              <a:off x="17312640" y="715498"/>
              <a:ext cx="243840" cy="237002"/>
            </a:xfrm>
            <a:prstGeom prst="ellipse">
              <a:avLst/>
            </a:prstGeom>
            <a:solidFill>
              <a:srgbClr val="1CC54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7" name="Oval 36">
              <a:extLst>
                <a:ext uri="{FF2B5EF4-FFF2-40B4-BE49-F238E27FC236}">
                  <a16:creationId xmlns:a16="http://schemas.microsoft.com/office/drawing/2014/main" id="{1AE5C40F-CCF1-4A79-F74C-2CF66E9562C2}"/>
                </a:ext>
              </a:extLst>
            </p:cNvPr>
            <p:cNvSpPr/>
            <p:nvPr/>
          </p:nvSpPr>
          <p:spPr>
            <a:xfrm>
              <a:off x="16913900" y="712189"/>
              <a:ext cx="243840" cy="237002"/>
            </a:xfrm>
            <a:prstGeom prst="ellipse">
              <a:avLst/>
            </a:prstGeom>
            <a:solidFill>
              <a:srgbClr val="FFBC3E"/>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8" name="Oval 37">
              <a:extLst>
                <a:ext uri="{FF2B5EF4-FFF2-40B4-BE49-F238E27FC236}">
                  <a16:creationId xmlns:a16="http://schemas.microsoft.com/office/drawing/2014/main" id="{20D04A5B-BBD7-01E6-6B07-3AE10990102E}"/>
                </a:ext>
              </a:extLst>
            </p:cNvPr>
            <p:cNvSpPr/>
            <p:nvPr/>
          </p:nvSpPr>
          <p:spPr>
            <a:xfrm>
              <a:off x="16511244" y="712189"/>
              <a:ext cx="243840" cy="237002"/>
            </a:xfrm>
            <a:prstGeom prst="ellipse">
              <a:avLst/>
            </a:prstGeom>
            <a:solidFill>
              <a:srgbClr val="F4665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39" name="Group 38">
            <a:extLst>
              <a:ext uri="{FF2B5EF4-FFF2-40B4-BE49-F238E27FC236}">
                <a16:creationId xmlns:a16="http://schemas.microsoft.com/office/drawing/2014/main" id="{8AC799CF-93BC-C605-94F4-D6C903BD73B2}"/>
              </a:ext>
            </a:extLst>
          </p:cNvPr>
          <p:cNvGrpSpPr/>
          <p:nvPr/>
        </p:nvGrpSpPr>
        <p:grpSpPr>
          <a:xfrm>
            <a:off x="7145511" y="4811000"/>
            <a:ext cx="759858" cy="179714"/>
            <a:chOff x="16511244" y="712189"/>
            <a:chExt cx="1045236" cy="240311"/>
          </a:xfrm>
        </p:grpSpPr>
        <p:sp>
          <p:nvSpPr>
            <p:cNvPr id="40" name="Oval 39">
              <a:extLst>
                <a:ext uri="{FF2B5EF4-FFF2-40B4-BE49-F238E27FC236}">
                  <a16:creationId xmlns:a16="http://schemas.microsoft.com/office/drawing/2014/main" id="{40026F2F-EFC9-DD9F-5054-24B50C1E5C3A}"/>
                </a:ext>
              </a:extLst>
            </p:cNvPr>
            <p:cNvSpPr/>
            <p:nvPr/>
          </p:nvSpPr>
          <p:spPr>
            <a:xfrm>
              <a:off x="17312640" y="715498"/>
              <a:ext cx="243840" cy="237002"/>
            </a:xfrm>
            <a:prstGeom prst="ellipse">
              <a:avLst/>
            </a:prstGeom>
            <a:solidFill>
              <a:srgbClr val="1CC54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1" name="Oval 40">
              <a:extLst>
                <a:ext uri="{FF2B5EF4-FFF2-40B4-BE49-F238E27FC236}">
                  <a16:creationId xmlns:a16="http://schemas.microsoft.com/office/drawing/2014/main" id="{1432802C-E197-1DC5-7F0A-519657FBC49E}"/>
                </a:ext>
              </a:extLst>
            </p:cNvPr>
            <p:cNvSpPr/>
            <p:nvPr/>
          </p:nvSpPr>
          <p:spPr>
            <a:xfrm>
              <a:off x="16913900" y="712189"/>
              <a:ext cx="243840" cy="237002"/>
            </a:xfrm>
            <a:prstGeom prst="ellipse">
              <a:avLst/>
            </a:prstGeom>
            <a:solidFill>
              <a:srgbClr val="FFBC3E"/>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2" name="Oval 41">
              <a:extLst>
                <a:ext uri="{FF2B5EF4-FFF2-40B4-BE49-F238E27FC236}">
                  <a16:creationId xmlns:a16="http://schemas.microsoft.com/office/drawing/2014/main" id="{C38A7167-D03E-5D43-B423-CD965702BD55}"/>
                </a:ext>
              </a:extLst>
            </p:cNvPr>
            <p:cNvSpPr/>
            <p:nvPr/>
          </p:nvSpPr>
          <p:spPr>
            <a:xfrm>
              <a:off x="16511244" y="712189"/>
              <a:ext cx="243840" cy="237002"/>
            </a:xfrm>
            <a:prstGeom prst="ellipse">
              <a:avLst/>
            </a:prstGeom>
            <a:solidFill>
              <a:srgbClr val="F4665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43" name="Group 42">
            <a:extLst>
              <a:ext uri="{FF2B5EF4-FFF2-40B4-BE49-F238E27FC236}">
                <a16:creationId xmlns:a16="http://schemas.microsoft.com/office/drawing/2014/main" id="{9A7EAEF5-4139-1A42-2CD2-4C8D473AAB22}"/>
              </a:ext>
            </a:extLst>
          </p:cNvPr>
          <p:cNvGrpSpPr/>
          <p:nvPr/>
        </p:nvGrpSpPr>
        <p:grpSpPr>
          <a:xfrm>
            <a:off x="9382743" y="7793325"/>
            <a:ext cx="759858" cy="179714"/>
            <a:chOff x="16511244" y="712189"/>
            <a:chExt cx="1045236" cy="240311"/>
          </a:xfrm>
        </p:grpSpPr>
        <p:sp>
          <p:nvSpPr>
            <p:cNvPr id="44" name="Oval 43">
              <a:extLst>
                <a:ext uri="{FF2B5EF4-FFF2-40B4-BE49-F238E27FC236}">
                  <a16:creationId xmlns:a16="http://schemas.microsoft.com/office/drawing/2014/main" id="{B8E10FB8-198A-E491-5453-4273CEE51C4C}"/>
                </a:ext>
              </a:extLst>
            </p:cNvPr>
            <p:cNvSpPr/>
            <p:nvPr/>
          </p:nvSpPr>
          <p:spPr>
            <a:xfrm>
              <a:off x="17312640" y="715498"/>
              <a:ext cx="243840" cy="237002"/>
            </a:xfrm>
            <a:prstGeom prst="ellipse">
              <a:avLst/>
            </a:prstGeom>
            <a:solidFill>
              <a:srgbClr val="1CC54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5" name="Oval 44">
              <a:extLst>
                <a:ext uri="{FF2B5EF4-FFF2-40B4-BE49-F238E27FC236}">
                  <a16:creationId xmlns:a16="http://schemas.microsoft.com/office/drawing/2014/main" id="{C357991E-3BB1-1F18-148D-C7C6CF4CE38C}"/>
                </a:ext>
              </a:extLst>
            </p:cNvPr>
            <p:cNvSpPr/>
            <p:nvPr/>
          </p:nvSpPr>
          <p:spPr>
            <a:xfrm>
              <a:off x="16913900" y="712189"/>
              <a:ext cx="243840" cy="237002"/>
            </a:xfrm>
            <a:prstGeom prst="ellipse">
              <a:avLst/>
            </a:prstGeom>
            <a:solidFill>
              <a:srgbClr val="FFBC3E"/>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6" name="Oval 45">
              <a:extLst>
                <a:ext uri="{FF2B5EF4-FFF2-40B4-BE49-F238E27FC236}">
                  <a16:creationId xmlns:a16="http://schemas.microsoft.com/office/drawing/2014/main" id="{BFAEBE59-762B-EAFB-748A-C4575F5A1148}"/>
                </a:ext>
              </a:extLst>
            </p:cNvPr>
            <p:cNvSpPr/>
            <p:nvPr/>
          </p:nvSpPr>
          <p:spPr>
            <a:xfrm>
              <a:off x="16511244" y="712189"/>
              <a:ext cx="243840" cy="237002"/>
            </a:xfrm>
            <a:prstGeom prst="ellipse">
              <a:avLst/>
            </a:prstGeom>
            <a:solidFill>
              <a:srgbClr val="F4665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47" name="Group 46">
            <a:extLst>
              <a:ext uri="{FF2B5EF4-FFF2-40B4-BE49-F238E27FC236}">
                <a16:creationId xmlns:a16="http://schemas.microsoft.com/office/drawing/2014/main" id="{EBB79C6A-C665-93CD-D50B-EB4AFBF984A7}"/>
              </a:ext>
            </a:extLst>
          </p:cNvPr>
          <p:cNvGrpSpPr/>
          <p:nvPr/>
        </p:nvGrpSpPr>
        <p:grpSpPr>
          <a:xfrm>
            <a:off x="4540956" y="8126925"/>
            <a:ext cx="585440" cy="138462"/>
            <a:chOff x="16511244" y="712189"/>
            <a:chExt cx="1045236" cy="240311"/>
          </a:xfrm>
        </p:grpSpPr>
        <p:sp>
          <p:nvSpPr>
            <p:cNvPr id="48" name="Oval 47">
              <a:extLst>
                <a:ext uri="{FF2B5EF4-FFF2-40B4-BE49-F238E27FC236}">
                  <a16:creationId xmlns:a16="http://schemas.microsoft.com/office/drawing/2014/main" id="{CAF9DF93-2745-2B5F-1816-95E2906C86BC}"/>
                </a:ext>
              </a:extLst>
            </p:cNvPr>
            <p:cNvSpPr/>
            <p:nvPr/>
          </p:nvSpPr>
          <p:spPr>
            <a:xfrm>
              <a:off x="17312640" y="715498"/>
              <a:ext cx="243840" cy="237002"/>
            </a:xfrm>
            <a:prstGeom prst="ellipse">
              <a:avLst/>
            </a:prstGeom>
            <a:solidFill>
              <a:srgbClr val="1CC54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9" name="Oval 48">
              <a:extLst>
                <a:ext uri="{FF2B5EF4-FFF2-40B4-BE49-F238E27FC236}">
                  <a16:creationId xmlns:a16="http://schemas.microsoft.com/office/drawing/2014/main" id="{441DDADF-26FE-A6E5-8FBB-2FA03D0D7602}"/>
                </a:ext>
              </a:extLst>
            </p:cNvPr>
            <p:cNvSpPr/>
            <p:nvPr/>
          </p:nvSpPr>
          <p:spPr>
            <a:xfrm>
              <a:off x="16913900" y="712189"/>
              <a:ext cx="243840" cy="237002"/>
            </a:xfrm>
            <a:prstGeom prst="ellipse">
              <a:avLst/>
            </a:prstGeom>
            <a:solidFill>
              <a:srgbClr val="FFBC3E"/>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0" name="Oval 49">
              <a:extLst>
                <a:ext uri="{FF2B5EF4-FFF2-40B4-BE49-F238E27FC236}">
                  <a16:creationId xmlns:a16="http://schemas.microsoft.com/office/drawing/2014/main" id="{B3CE3AC5-0BE5-BBEA-E0AD-B11A9F8BCD29}"/>
                </a:ext>
              </a:extLst>
            </p:cNvPr>
            <p:cNvSpPr/>
            <p:nvPr/>
          </p:nvSpPr>
          <p:spPr>
            <a:xfrm>
              <a:off x="16511244" y="712189"/>
              <a:ext cx="243840" cy="237002"/>
            </a:xfrm>
            <a:prstGeom prst="ellipse">
              <a:avLst/>
            </a:prstGeom>
            <a:solidFill>
              <a:srgbClr val="F4665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2" name="Google Shape;521;p11">
            <a:extLst>
              <a:ext uri="{FF2B5EF4-FFF2-40B4-BE49-F238E27FC236}">
                <a16:creationId xmlns:a16="http://schemas.microsoft.com/office/drawing/2014/main" id="{83B5EF4C-D435-C4BF-5EE6-CCF2AF4E7FAC}"/>
              </a:ext>
            </a:extLst>
          </p:cNvPr>
          <p:cNvSpPr/>
          <p:nvPr/>
        </p:nvSpPr>
        <p:spPr>
          <a:xfrm>
            <a:off x="16782836" y="5073150"/>
            <a:ext cx="1264045" cy="1746841"/>
          </a:xfrm>
          <a:custGeom>
            <a:avLst/>
            <a:gdLst/>
            <a:ahLst/>
            <a:cxnLst/>
            <a:rect l="l" t="t" r="r" b="b"/>
            <a:pathLst>
              <a:path w="836443" h="1333460" extrusionOk="0">
                <a:moveTo>
                  <a:pt x="0" y="0"/>
                </a:moveTo>
                <a:lnTo>
                  <a:pt x="836443" y="0"/>
                </a:lnTo>
                <a:lnTo>
                  <a:pt x="836443" y="1333460"/>
                </a:lnTo>
                <a:lnTo>
                  <a:pt x="0" y="1333460"/>
                </a:lnTo>
                <a:lnTo>
                  <a:pt x="0" y="0"/>
                </a:lnTo>
                <a:close/>
              </a:path>
            </a:pathLst>
          </a:custGeom>
          <a:blipFill rotWithShape="1">
            <a:blip r:embed="rId7">
              <a:alphaModFix/>
              <a:biLevel thresh="50000"/>
            </a:blip>
            <a:stretch>
              <a:fillRect/>
            </a:stretch>
          </a:blipFill>
          <a:ln>
            <a:noFill/>
          </a:ln>
        </p:spPr>
        <p:txBody>
          <a:bodyPr/>
          <a:lstStyle/>
          <a:p>
            <a:endParaRPr lang="en-CA"/>
          </a:p>
        </p:txBody>
      </p:sp>
    </p:spTree>
    <p:extLst>
      <p:ext uri="{BB962C8B-B14F-4D97-AF65-F5344CB8AC3E}">
        <p14:creationId xmlns:p14="http://schemas.microsoft.com/office/powerpoint/2010/main" val="2141023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6242F"/>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5BFB16-E888-9941-E1CF-7CBE85C1C5F2}"/>
              </a:ext>
            </a:extLst>
          </p:cNvPr>
          <p:cNvSpPr>
            <a:spLocks noGrp="1"/>
          </p:cNvSpPr>
          <p:nvPr>
            <p:ph type="title"/>
          </p:nvPr>
        </p:nvSpPr>
        <p:spPr/>
        <p:txBody>
          <a:bodyPr/>
          <a:lstStyle/>
          <a:p>
            <a:endParaRPr lang="en-CA" dirty="0"/>
          </a:p>
        </p:txBody>
      </p:sp>
      <p:sp>
        <p:nvSpPr>
          <p:cNvPr id="6" name="Text Placeholder 5">
            <a:extLst>
              <a:ext uri="{FF2B5EF4-FFF2-40B4-BE49-F238E27FC236}">
                <a16:creationId xmlns:a16="http://schemas.microsoft.com/office/drawing/2014/main" id="{149F0EBE-13CF-CEB6-695D-CB58EBE1DD41}"/>
              </a:ext>
            </a:extLst>
          </p:cNvPr>
          <p:cNvSpPr>
            <a:spLocks noGrp="1"/>
          </p:cNvSpPr>
          <p:nvPr>
            <p:ph type="body" idx="1"/>
          </p:nvPr>
        </p:nvSpPr>
        <p:spPr>
          <a:xfrm>
            <a:off x="1712116" y="4574402"/>
            <a:ext cx="4795349" cy="1028700"/>
          </a:xfrm>
        </p:spPr>
        <p:txBody>
          <a:bodyPr/>
          <a:lstStyle/>
          <a:p>
            <a:r>
              <a:rPr lang="en-CA" b="1" dirty="0">
                <a:solidFill>
                  <a:srgbClr val="D6FB68"/>
                </a:solidFill>
              </a:rPr>
              <a:t>Planning</a:t>
            </a:r>
          </a:p>
        </p:txBody>
      </p:sp>
      <p:sp>
        <p:nvSpPr>
          <p:cNvPr id="9" name="Text Placeholder 8">
            <a:extLst>
              <a:ext uri="{FF2B5EF4-FFF2-40B4-BE49-F238E27FC236}">
                <a16:creationId xmlns:a16="http://schemas.microsoft.com/office/drawing/2014/main" id="{CE511066-2C86-7592-5FE3-929D7BD5C27E}"/>
              </a:ext>
            </a:extLst>
          </p:cNvPr>
          <p:cNvSpPr>
            <a:spLocks noGrp="1"/>
          </p:cNvSpPr>
          <p:nvPr>
            <p:ph type="body" sz="half" idx="15"/>
          </p:nvPr>
        </p:nvSpPr>
        <p:spPr>
          <a:xfrm>
            <a:off x="1691878" y="5603102"/>
            <a:ext cx="4813103" cy="3646404"/>
          </a:xfrm>
        </p:spPr>
        <p:txBody>
          <a:bodyPr>
            <a:normAutofit/>
          </a:bodyPr>
          <a:lstStyle/>
          <a:p>
            <a:r>
              <a:rPr lang="en-CA" sz="3200" b="1" dirty="0"/>
              <a:t>Focus: </a:t>
            </a:r>
          </a:p>
          <a:p>
            <a:r>
              <a:rPr lang="en-CA" sz="3200" dirty="0"/>
              <a:t>  Researching &amp; Gaining a</a:t>
            </a:r>
          </a:p>
          <a:p>
            <a:r>
              <a:rPr lang="en-CA" sz="3200" dirty="0"/>
              <a:t>  greater understanding for</a:t>
            </a:r>
          </a:p>
          <a:p>
            <a:r>
              <a:rPr lang="en-CA" sz="3200" dirty="0"/>
              <a:t>  the project at hand</a:t>
            </a:r>
          </a:p>
        </p:txBody>
      </p:sp>
      <p:sp>
        <p:nvSpPr>
          <p:cNvPr id="7" name="Text Placeholder 6">
            <a:extLst>
              <a:ext uri="{FF2B5EF4-FFF2-40B4-BE49-F238E27FC236}">
                <a16:creationId xmlns:a16="http://schemas.microsoft.com/office/drawing/2014/main" id="{741BD198-0B09-374B-2061-29CB7A3596F4}"/>
              </a:ext>
            </a:extLst>
          </p:cNvPr>
          <p:cNvSpPr>
            <a:spLocks noGrp="1"/>
          </p:cNvSpPr>
          <p:nvPr>
            <p:ph type="body" sz="quarter" idx="3"/>
          </p:nvPr>
        </p:nvSpPr>
        <p:spPr>
          <a:xfrm>
            <a:off x="6772150" y="4579160"/>
            <a:ext cx="4776578" cy="1028700"/>
          </a:xfrm>
        </p:spPr>
        <p:txBody>
          <a:bodyPr/>
          <a:lstStyle/>
          <a:p>
            <a:r>
              <a:rPr lang="en-CA" b="1" dirty="0">
                <a:solidFill>
                  <a:srgbClr val="D6FB68"/>
                </a:solidFill>
              </a:rPr>
              <a:t>Expectation</a:t>
            </a:r>
          </a:p>
        </p:txBody>
      </p:sp>
      <p:sp>
        <p:nvSpPr>
          <p:cNvPr id="10" name="Text Placeholder 9">
            <a:extLst>
              <a:ext uri="{FF2B5EF4-FFF2-40B4-BE49-F238E27FC236}">
                <a16:creationId xmlns:a16="http://schemas.microsoft.com/office/drawing/2014/main" id="{25493738-2585-D10F-8E85-E226AC0C4215}"/>
              </a:ext>
            </a:extLst>
          </p:cNvPr>
          <p:cNvSpPr>
            <a:spLocks noGrp="1"/>
          </p:cNvSpPr>
          <p:nvPr>
            <p:ph type="body" sz="half" idx="16"/>
          </p:nvPr>
        </p:nvSpPr>
        <p:spPr>
          <a:xfrm>
            <a:off x="6756320" y="5607860"/>
            <a:ext cx="4793745" cy="3646404"/>
          </a:xfrm>
        </p:spPr>
        <p:txBody>
          <a:bodyPr>
            <a:normAutofit/>
          </a:bodyPr>
          <a:lstStyle/>
          <a:p>
            <a:pPr marL="0" marR="0" lvl="0" indent="0" algn="l" defTabSz="1371600" rtl="0" eaLnBrk="1" fontAlgn="auto" latinLnBrk="0" hangingPunct="1">
              <a:lnSpc>
                <a:spcPct val="120000"/>
              </a:lnSpc>
              <a:spcBef>
                <a:spcPts val="1500"/>
              </a:spcBef>
              <a:spcAft>
                <a:spcPts val="0"/>
              </a:spcAft>
              <a:buClrTx/>
              <a:buSzPct val="125000"/>
              <a:buFont typeface="Arial" panose="020B0604020202020204" pitchFamily="34" charset="0"/>
              <a:buNone/>
              <a:tabLst/>
              <a:defRPr/>
            </a:pPr>
            <a:r>
              <a:rPr lang="en-CA" sz="3200" b="1" dirty="0">
                <a:solidFill>
                  <a:prstClr val="white"/>
                </a:solidFill>
                <a:latin typeface="Tw Cen MT" panose="020B0602020104020603"/>
              </a:rPr>
              <a:t>Hosting Mirrored Website</a:t>
            </a:r>
            <a:r>
              <a:rPr kumimoji="0" lang="en-CA" sz="3200" b="1" i="0" u="none" strike="noStrike" kern="1200" cap="none" spc="0" normalizeH="0" baseline="0" noProof="0" dirty="0">
                <a:ln>
                  <a:noFill/>
                </a:ln>
                <a:solidFill>
                  <a:prstClr val="white"/>
                </a:solidFill>
                <a:effectLst>
                  <a:outerShdw blurRad="152400" dist="38100" dir="2700000" algn="tl">
                    <a:srgbClr val="000000">
                      <a:alpha val="36000"/>
                    </a:srgbClr>
                  </a:outerShdw>
                </a:effectLst>
                <a:uLnTx/>
                <a:uFillTx/>
                <a:latin typeface="Tw Cen MT" panose="020B0602020104020603"/>
                <a:ea typeface="+mn-ea"/>
                <a:cs typeface="+mn-cs"/>
              </a:rPr>
              <a:t>: </a:t>
            </a:r>
          </a:p>
          <a:p>
            <a:pPr marL="0" marR="0" lvl="0" indent="0" algn="l" defTabSz="1371600" rtl="0" eaLnBrk="1" fontAlgn="auto" latinLnBrk="0" hangingPunct="1">
              <a:lnSpc>
                <a:spcPct val="120000"/>
              </a:lnSpc>
              <a:spcBef>
                <a:spcPts val="1500"/>
              </a:spcBef>
              <a:spcAft>
                <a:spcPts val="0"/>
              </a:spcAft>
              <a:buClrTx/>
              <a:buSzPct val="125000"/>
              <a:buFont typeface="Arial" panose="020B0604020202020204" pitchFamily="34" charset="0"/>
              <a:buNone/>
              <a:tabLst/>
              <a:defRPr/>
            </a:pPr>
            <a:r>
              <a:rPr kumimoji="0" lang="en-CA" sz="3200" b="0" i="0" u="none" strike="noStrike" kern="1200" cap="none" spc="0" normalizeH="0" baseline="0" noProof="0" dirty="0">
                <a:ln>
                  <a:noFill/>
                </a:ln>
                <a:solidFill>
                  <a:prstClr val="white"/>
                </a:solidFill>
                <a:effectLst>
                  <a:outerShdw blurRad="152400" dist="38100" dir="2700000" algn="tl">
                    <a:srgbClr val="000000">
                      <a:alpha val="36000"/>
                    </a:srgbClr>
                  </a:outerShdw>
                </a:effectLst>
                <a:uLnTx/>
                <a:uFillTx/>
                <a:latin typeface="Tw Cen MT" panose="020B0602020104020603"/>
                <a:ea typeface="+mn-ea"/>
                <a:cs typeface="+mn-cs"/>
              </a:rPr>
              <a:t>  Our original concept  </a:t>
            </a:r>
            <a:br>
              <a:rPr kumimoji="0" lang="en-CA" sz="3200" b="0" i="0" u="none" strike="noStrike" kern="1200" cap="none" spc="0" normalizeH="0" baseline="0" noProof="0" dirty="0">
                <a:ln>
                  <a:noFill/>
                </a:ln>
                <a:solidFill>
                  <a:prstClr val="white"/>
                </a:solidFill>
                <a:effectLst>
                  <a:outerShdw blurRad="152400" dist="38100" dir="2700000" algn="tl">
                    <a:srgbClr val="000000">
                      <a:alpha val="36000"/>
                    </a:srgbClr>
                  </a:outerShdw>
                </a:effectLst>
                <a:uLnTx/>
                <a:uFillTx/>
                <a:latin typeface="Tw Cen MT" panose="020B0602020104020603"/>
                <a:ea typeface="+mn-ea"/>
                <a:cs typeface="+mn-cs"/>
              </a:rPr>
            </a:br>
            <a:r>
              <a:rPr kumimoji="0" lang="en-CA" sz="3200" b="0" i="0" u="none" strike="noStrike" kern="1200" cap="none" spc="0" normalizeH="0" baseline="0" noProof="0" dirty="0">
                <a:ln>
                  <a:noFill/>
                </a:ln>
                <a:solidFill>
                  <a:prstClr val="white"/>
                </a:solidFill>
                <a:effectLst>
                  <a:outerShdw blurRad="152400" dist="38100" dir="2700000" algn="tl">
                    <a:srgbClr val="000000">
                      <a:alpha val="36000"/>
                    </a:srgbClr>
                  </a:outerShdw>
                </a:effectLst>
                <a:uLnTx/>
                <a:uFillTx/>
                <a:latin typeface="Tw Cen MT" panose="020B0602020104020603"/>
                <a:ea typeface="+mn-ea"/>
                <a:cs typeface="+mn-cs"/>
              </a:rPr>
              <a:t>  consisted of mirroring </a:t>
            </a:r>
            <a:br>
              <a:rPr kumimoji="0" lang="en-CA" sz="3200" b="0" i="0" u="none" strike="noStrike" kern="1200" cap="none" spc="0" normalizeH="0" baseline="0" noProof="0" dirty="0">
                <a:ln>
                  <a:noFill/>
                </a:ln>
                <a:solidFill>
                  <a:prstClr val="white"/>
                </a:solidFill>
                <a:effectLst>
                  <a:outerShdw blurRad="152400" dist="38100" dir="2700000" algn="tl">
                    <a:srgbClr val="000000">
                      <a:alpha val="36000"/>
                    </a:srgbClr>
                  </a:outerShdw>
                </a:effectLst>
                <a:uLnTx/>
                <a:uFillTx/>
                <a:latin typeface="Tw Cen MT" panose="020B0602020104020603"/>
                <a:ea typeface="+mn-ea"/>
                <a:cs typeface="+mn-cs"/>
              </a:rPr>
            </a:br>
            <a:r>
              <a:rPr kumimoji="0" lang="en-CA" sz="3200" b="0" i="0" u="none" strike="noStrike" kern="1200" cap="none" spc="0" normalizeH="0" baseline="0" noProof="0" dirty="0">
                <a:ln>
                  <a:noFill/>
                </a:ln>
                <a:solidFill>
                  <a:prstClr val="white"/>
                </a:solidFill>
                <a:effectLst>
                  <a:outerShdw blurRad="152400" dist="38100" dir="2700000" algn="tl">
                    <a:srgbClr val="000000">
                      <a:alpha val="36000"/>
                    </a:srgbClr>
                  </a:outerShdw>
                </a:effectLst>
                <a:uLnTx/>
                <a:uFillTx/>
                <a:latin typeface="Tw Cen MT" panose="020B0602020104020603"/>
                <a:ea typeface="+mn-ea"/>
                <a:cs typeface="+mn-cs"/>
              </a:rPr>
              <a:t>  websites and portfolios </a:t>
            </a:r>
            <a:br>
              <a:rPr kumimoji="0" lang="en-CA" sz="3200" b="0" i="0" u="none" strike="noStrike" kern="1200" cap="none" spc="0" normalizeH="0" baseline="0" noProof="0" dirty="0">
                <a:ln>
                  <a:noFill/>
                </a:ln>
                <a:solidFill>
                  <a:prstClr val="white"/>
                </a:solidFill>
                <a:effectLst>
                  <a:outerShdw blurRad="152400" dist="38100" dir="2700000" algn="tl">
                    <a:srgbClr val="000000">
                      <a:alpha val="36000"/>
                    </a:srgbClr>
                  </a:outerShdw>
                </a:effectLst>
                <a:uLnTx/>
                <a:uFillTx/>
                <a:latin typeface="Tw Cen MT" panose="020B0602020104020603"/>
                <a:ea typeface="+mn-ea"/>
                <a:cs typeface="+mn-cs"/>
              </a:rPr>
            </a:br>
            <a:r>
              <a:rPr kumimoji="0" lang="en-CA" sz="3200" b="0" i="0" u="none" strike="noStrike" kern="1200" cap="none" spc="0" normalizeH="0" baseline="0" noProof="0" dirty="0">
                <a:ln>
                  <a:noFill/>
                </a:ln>
                <a:solidFill>
                  <a:prstClr val="white"/>
                </a:solidFill>
                <a:effectLst>
                  <a:outerShdw blurRad="152400" dist="38100" dir="2700000" algn="tl">
                    <a:srgbClr val="000000">
                      <a:alpha val="36000"/>
                    </a:srgbClr>
                  </a:outerShdw>
                </a:effectLst>
                <a:uLnTx/>
                <a:uFillTx/>
                <a:latin typeface="Tw Cen MT" panose="020B0602020104020603"/>
                <a:ea typeface="+mn-ea"/>
                <a:cs typeface="+mn-cs"/>
              </a:rPr>
              <a:t>  that have static webpages </a:t>
            </a:r>
          </a:p>
          <a:p>
            <a:endParaRPr lang="en-CA" dirty="0"/>
          </a:p>
        </p:txBody>
      </p:sp>
      <p:sp>
        <p:nvSpPr>
          <p:cNvPr id="8" name="Text Placeholder 7">
            <a:extLst>
              <a:ext uri="{FF2B5EF4-FFF2-40B4-BE49-F238E27FC236}">
                <a16:creationId xmlns:a16="http://schemas.microsoft.com/office/drawing/2014/main" id="{2FD7BA7D-9941-383C-A524-2864B9373B75}"/>
              </a:ext>
            </a:extLst>
          </p:cNvPr>
          <p:cNvSpPr>
            <a:spLocks noGrp="1"/>
          </p:cNvSpPr>
          <p:nvPr>
            <p:ph type="body" sz="quarter" idx="13"/>
          </p:nvPr>
        </p:nvSpPr>
        <p:spPr>
          <a:xfrm>
            <a:off x="11778663" y="4574402"/>
            <a:ext cx="4792452" cy="1028700"/>
          </a:xfrm>
        </p:spPr>
        <p:txBody>
          <a:bodyPr/>
          <a:lstStyle/>
          <a:p>
            <a:r>
              <a:rPr lang="en-CA" b="1" dirty="0">
                <a:solidFill>
                  <a:srgbClr val="D6FB68"/>
                </a:solidFill>
              </a:rPr>
              <a:t>Reality</a:t>
            </a:r>
          </a:p>
        </p:txBody>
      </p:sp>
      <p:sp>
        <p:nvSpPr>
          <p:cNvPr id="11" name="Text Placeholder 10">
            <a:extLst>
              <a:ext uri="{FF2B5EF4-FFF2-40B4-BE49-F238E27FC236}">
                <a16:creationId xmlns:a16="http://schemas.microsoft.com/office/drawing/2014/main" id="{B1D2BB8F-624A-ABAA-76F5-F6FC34A48FE8}"/>
              </a:ext>
            </a:extLst>
          </p:cNvPr>
          <p:cNvSpPr>
            <a:spLocks noGrp="1"/>
          </p:cNvSpPr>
          <p:nvPr>
            <p:ph type="body" sz="half" idx="17"/>
          </p:nvPr>
        </p:nvSpPr>
        <p:spPr>
          <a:xfrm>
            <a:off x="11778663" y="5603102"/>
            <a:ext cx="4792452" cy="3646404"/>
          </a:xfrm>
        </p:spPr>
        <p:txBody>
          <a:bodyPr>
            <a:normAutofit lnSpcReduction="10000"/>
          </a:bodyPr>
          <a:lstStyle/>
          <a:p>
            <a:pPr marL="0" marR="0" lvl="0" indent="0" algn="l" defTabSz="1371600" rtl="0" eaLnBrk="1" fontAlgn="auto" latinLnBrk="0" hangingPunct="1">
              <a:lnSpc>
                <a:spcPct val="120000"/>
              </a:lnSpc>
              <a:spcBef>
                <a:spcPts val="1500"/>
              </a:spcBef>
              <a:spcAft>
                <a:spcPts val="0"/>
              </a:spcAft>
              <a:buClrTx/>
              <a:buSzPct val="125000"/>
              <a:buFont typeface="Arial" panose="020B0604020202020204" pitchFamily="34" charset="0"/>
              <a:buNone/>
              <a:tabLst/>
              <a:defRPr/>
            </a:pPr>
            <a:r>
              <a:rPr kumimoji="0" lang="en-CA" sz="3200" b="1" i="0" u="none" strike="noStrike" kern="1200" cap="none" spc="0" normalizeH="0" baseline="0" noProof="0" dirty="0">
                <a:ln>
                  <a:noFill/>
                </a:ln>
                <a:solidFill>
                  <a:prstClr val="white"/>
                </a:solidFill>
                <a:effectLst>
                  <a:outerShdw blurRad="152400" dist="38100" dir="2700000" algn="tl">
                    <a:srgbClr val="000000">
                      <a:alpha val="36000"/>
                    </a:srgbClr>
                  </a:outerShdw>
                </a:effectLst>
                <a:uLnTx/>
                <a:uFillTx/>
                <a:latin typeface="Tw Cen MT" panose="020B0602020104020603"/>
                <a:ea typeface="+mn-ea"/>
                <a:cs typeface="+mn-cs"/>
              </a:rPr>
              <a:t>Hosting Custom Website: </a:t>
            </a:r>
          </a:p>
          <a:p>
            <a:pPr marL="0" marR="0" lvl="0" indent="0" algn="l" defTabSz="1371600" rtl="0" eaLnBrk="1" fontAlgn="auto" latinLnBrk="0" hangingPunct="1">
              <a:lnSpc>
                <a:spcPct val="120000"/>
              </a:lnSpc>
              <a:spcBef>
                <a:spcPts val="1500"/>
              </a:spcBef>
              <a:spcAft>
                <a:spcPts val="0"/>
              </a:spcAft>
              <a:buClrTx/>
              <a:buSzPct val="125000"/>
              <a:buFont typeface="Arial" panose="020B0604020202020204" pitchFamily="34" charset="0"/>
              <a:buNone/>
              <a:tabLst/>
              <a:defRPr/>
            </a:pPr>
            <a:r>
              <a:rPr kumimoji="0" lang="en-CA" sz="3200" b="0" i="0" u="none" strike="noStrike" kern="1200" cap="none" spc="0" normalizeH="0" baseline="0" noProof="0" dirty="0">
                <a:ln>
                  <a:noFill/>
                </a:ln>
                <a:solidFill>
                  <a:prstClr val="white"/>
                </a:solidFill>
                <a:effectLst>
                  <a:outerShdw blurRad="152400" dist="38100" dir="2700000" algn="tl">
                    <a:srgbClr val="000000">
                      <a:alpha val="36000"/>
                    </a:srgbClr>
                  </a:outerShdw>
                </a:effectLst>
                <a:uLnTx/>
                <a:uFillTx/>
                <a:latin typeface="Tw Cen MT" panose="020B0602020104020603"/>
                <a:ea typeface="+mn-ea"/>
                <a:cs typeface="+mn-cs"/>
              </a:rPr>
              <a:t>  Our project in reality</a:t>
            </a:r>
            <a:br>
              <a:rPr kumimoji="0" lang="en-CA" sz="3200" b="0" i="0" u="none" strike="noStrike" kern="1200" cap="none" spc="0" normalizeH="0" baseline="0" noProof="0" dirty="0">
                <a:ln>
                  <a:noFill/>
                </a:ln>
                <a:solidFill>
                  <a:prstClr val="white"/>
                </a:solidFill>
                <a:effectLst>
                  <a:outerShdw blurRad="152400" dist="38100" dir="2700000" algn="tl">
                    <a:srgbClr val="000000">
                      <a:alpha val="36000"/>
                    </a:srgbClr>
                  </a:outerShdw>
                </a:effectLst>
                <a:uLnTx/>
                <a:uFillTx/>
                <a:latin typeface="Tw Cen MT" panose="020B0602020104020603"/>
                <a:ea typeface="+mn-ea"/>
                <a:cs typeface="+mn-cs"/>
              </a:rPr>
            </a:br>
            <a:r>
              <a:rPr kumimoji="0" lang="en-CA" sz="3200" b="0" i="0" u="none" strike="noStrike" kern="1200" cap="none" spc="0" normalizeH="0" baseline="0" noProof="0" dirty="0">
                <a:ln>
                  <a:noFill/>
                </a:ln>
                <a:solidFill>
                  <a:prstClr val="white"/>
                </a:solidFill>
                <a:effectLst>
                  <a:outerShdw blurRad="152400" dist="38100" dir="2700000" algn="tl">
                    <a:srgbClr val="000000">
                      <a:alpha val="36000"/>
                    </a:srgbClr>
                  </a:outerShdw>
                </a:effectLst>
                <a:uLnTx/>
                <a:uFillTx/>
                <a:latin typeface="Tw Cen MT" panose="020B0602020104020603"/>
                <a:ea typeface="+mn-ea"/>
                <a:cs typeface="+mn-cs"/>
              </a:rPr>
              <a:t>  allows you to create &amp; </a:t>
            </a:r>
            <a:br>
              <a:rPr kumimoji="0" lang="en-CA" sz="3200" b="0" i="0" u="none" strike="noStrike" kern="1200" cap="none" spc="0" normalizeH="0" baseline="0" noProof="0" dirty="0">
                <a:ln>
                  <a:noFill/>
                </a:ln>
                <a:solidFill>
                  <a:prstClr val="white"/>
                </a:solidFill>
                <a:effectLst>
                  <a:outerShdw blurRad="152400" dist="38100" dir="2700000" algn="tl">
                    <a:srgbClr val="000000">
                      <a:alpha val="36000"/>
                    </a:srgbClr>
                  </a:outerShdw>
                </a:effectLst>
                <a:uLnTx/>
                <a:uFillTx/>
                <a:latin typeface="Tw Cen MT" panose="020B0602020104020603"/>
                <a:ea typeface="+mn-ea"/>
                <a:cs typeface="+mn-cs"/>
              </a:rPr>
            </a:br>
            <a:r>
              <a:rPr kumimoji="0" lang="en-CA" sz="3200" b="0" i="0" u="none" strike="noStrike" kern="1200" cap="none" spc="0" normalizeH="0" baseline="0" noProof="0" dirty="0">
                <a:ln>
                  <a:noFill/>
                </a:ln>
                <a:solidFill>
                  <a:prstClr val="white"/>
                </a:solidFill>
                <a:effectLst>
                  <a:outerShdw blurRad="152400" dist="38100" dir="2700000" algn="tl">
                    <a:srgbClr val="000000">
                      <a:alpha val="36000"/>
                    </a:srgbClr>
                  </a:outerShdw>
                </a:effectLst>
                <a:uLnTx/>
                <a:uFillTx/>
                <a:latin typeface="Tw Cen MT" panose="020B0602020104020603"/>
                <a:ea typeface="+mn-ea"/>
                <a:cs typeface="+mn-cs"/>
              </a:rPr>
              <a:t>  host your own website.</a:t>
            </a:r>
            <a:br>
              <a:rPr kumimoji="0" lang="en-CA" sz="3200" b="0" i="0" u="none" strike="noStrike" kern="1200" cap="none" spc="0" normalizeH="0" baseline="0" noProof="0" dirty="0">
                <a:ln>
                  <a:noFill/>
                </a:ln>
                <a:solidFill>
                  <a:prstClr val="white"/>
                </a:solidFill>
                <a:effectLst>
                  <a:outerShdw blurRad="152400" dist="38100" dir="2700000" algn="tl">
                    <a:srgbClr val="000000">
                      <a:alpha val="36000"/>
                    </a:srgbClr>
                  </a:outerShdw>
                </a:effectLst>
                <a:uLnTx/>
                <a:uFillTx/>
                <a:latin typeface="Tw Cen MT" panose="020B0602020104020603"/>
                <a:ea typeface="+mn-ea"/>
                <a:cs typeface="+mn-cs"/>
              </a:rPr>
            </a:br>
            <a:r>
              <a:rPr kumimoji="0" lang="en-CA" sz="3200" b="0" i="0" u="none" strike="noStrike" kern="1200" cap="none" spc="0" normalizeH="0" baseline="0" noProof="0" dirty="0">
                <a:ln>
                  <a:noFill/>
                </a:ln>
                <a:solidFill>
                  <a:prstClr val="white"/>
                </a:solidFill>
                <a:effectLst>
                  <a:outerShdw blurRad="152400" dist="38100" dir="2700000" algn="tl">
                    <a:srgbClr val="000000">
                      <a:alpha val="36000"/>
                    </a:srgbClr>
                  </a:outerShdw>
                </a:effectLst>
                <a:uLnTx/>
                <a:uFillTx/>
                <a:latin typeface="Tw Cen MT" panose="020B0602020104020603"/>
                <a:ea typeface="+mn-ea"/>
                <a:cs typeface="+mn-cs"/>
              </a:rPr>
              <a:t>  See live updates when </a:t>
            </a:r>
            <a:br>
              <a:rPr kumimoji="0" lang="en-CA" sz="3200" b="0" i="0" u="none" strike="noStrike" kern="1200" cap="none" spc="0" normalizeH="0" baseline="0" noProof="0" dirty="0">
                <a:ln>
                  <a:noFill/>
                </a:ln>
                <a:solidFill>
                  <a:prstClr val="white"/>
                </a:solidFill>
                <a:effectLst>
                  <a:outerShdw blurRad="152400" dist="38100" dir="2700000" algn="tl">
                    <a:srgbClr val="000000">
                      <a:alpha val="36000"/>
                    </a:srgbClr>
                  </a:outerShdw>
                </a:effectLst>
                <a:uLnTx/>
                <a:uFillTx/>
                <a:latin typeface="Tw Cen MT" panose="020B0602020104020603"/>
                <a:ea typeface="+mn-ea"/>
                <a:cs typeface="+mn-cs"/>
              </a:rPr>
            </a:br>
            <a:r>
              <a:rPr kumimoji="0" lang="en-CA" sz="3200" b="0" i="0" u="none" strike="noStrike" kern="1200" cap="none" spc="0" normalizeH="0" baseline="0" noProof="0" dirty="0">
                <a:ln>
                  <a:noFill/>
                </a:ln>
                <a:solidFill>
                  <a:prstClr val="white"/>
                </a:solidFill>
                <a:effectLst>
                  <a:outerShdw blurRad="152400" dist="38100" dir="2700000" algn="tl">
                    <a:srgbClr val="000000">
                      <a:alpha val="36000"/>
                    </a:srgbClr>
                  </a:outerShdw>
                </a:effectLst>
                <a:uLnTx/>
                <a:uFillTx/>
                <a:latin typeface="Tw Cen MT" panose="020B0602020104020603"/>
                <a:ea typeface="+mn-ea"/>
                <a:cs typeface="+mn-cs"/>
              </a:rPr>
              <a:t>  you push a new commit!</a:t>
            </a:r>
          </a:p>
          <a:p>
            <a:pPr marL="0" marR="0" lvl="0" indent="0" algn="l" defTabSz="1371600" rtl="0" eaLnBrk="1" fontAlgn="auto" latinLnBrk="0" hangingPunct="1">
              <a:lnSpc>
                <a:spcPct val="120000"/>
              </a:lnSpc>
              <a:spcBef>
                <a:spcPts val="1500"/>
              </a:spcBef>
              <a:spcAft>
                <a:spcPts val="0"/>
              </a:spcAft>
              <a:buClrTx/>
              <a:buSzPct val="125000"/>
              <a:buFont typeface="Arial" panose="020B0604020202020204" pitchFamily="34" charset="0"/>
              <a:buNone/>
              <a:tabLst/>
              <a:defRPr/>
            </a:pPr>
            <a:endParaRPr kumimoji="0" lang="en-CA" sz="2100" b="0" i="0" u="none" strike="noStrike" kern="1200" cap="none" spc="0" normalizeH="0" baseline="0" noProof="0" dirty="0">
              <a:ln>
                <a:noFill/>
              </a:ln>
              <a:solidFill>
                <a:prstClr val="white"/>
              </a:solidFill>
              <a:effectLst>
                <a:outerShdw blurRad="152400" dist="38100" dir="2700000" algn="tl">
                  <a:srgbClr val="000000">
                    <a:alpha val="36000"/>
                  </a:srgbClr>
                </a:outerShdw>
              </a:effectLst>
              <a:uLnTx/>
              <a:uFillTx/>
              <a:latin typeface="Tw Cen MT" panose="020B0602020104020603"/>
              <a:ea typeface="+mn-ea"/>
              <a:cs typeface="+mn-cs"/>
            </a:endParaRPr>
          </a:p>
          <a:p>
            <a:endParaRPr lang="en-CA" dirty="0"/>
          </a:p>
        </p:txBody>
      </p:sp>
      <p:sp>
        <p:nvSpPr>
          <p:cNvPr id="12" name="Rectangle: Rounded Corners 11">
            <a:extLst>
              <a:ext uri="{FF2B5EF4-FFF2-40B4-BE49-F238E27FC236}">
                <a16:creationId xmlns:a16="http://schemas.microsoft.com/office/drawing/2014/main" id="{C962E0FD-C58B-6376-6E8E-08A1FB588D5B}"/>
              </a:ext>
            </a:extLst>
          </p:cNvPr>
          <p:cNvSpPr/>
          <p:nvPr/>
        </p:nvSpPr>
        <p:spPr>
          <a:xfrm>
            <a:off x="1691878" y="890954"/>
            <a:ext cx="14879237" cy="2880946"/>
          </a:xfrm>
          <a:prstGeom prst="roundRect">
            <a:avLst>
              <a:gd name="adj" fmla="val 3394"/>
            </a:avLst>
          </a:prstGeom>
          <a:solidFill>
            <a:srgbClr val="192934"/>
          </a:solidFill>
          <a:ln w="38100">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p>
        </p:txBody>
      </p:sp>
      <p:sp>
        <p:nvSpPr>
          <p:cNvPr id="13" name="Google Shape;756;p14">
            <a:extLst>
              <a:ext uri="{FF2B5EF4-FFF2-40B4-BE49-F238E27FC236}">
                <a16:creationId xmlns:a16="http://schemas.microsoft.com/office/drawing/2014/main" id="{1870C4A7-3D3C-C323-ECC2-A99F6413DED2}"/>
              </a:ext>
            </a:extLst>
          </p:cNvPr>
          <p:cNvSpPr txBox="1"/>
          <p:nvPr/>
        </p:nvSpPr>
        <p:spPr>
          <a:xfrm>
            <a:off x="2628844" y="1260757"/>
            <a:ext cx="10735463" cy="2308324"/>
          </a:xfrm>
          <a:prstGeom prst="rect">
            <a:avLst/>
          </a:prstGeom>
          <a:noFill/>
          <a:ln>
            <a:noFill/>
          </a:ln>
        </p:spPr>
        <p:txBody>
          <a:bodyPr spcFirstLastPara="1" wrap="square" lIns="0" tIns="0" rIns="0" bIns="0" anchor="t" anchorCtr="0">
            <a:spAutoFit/>
          </a:bodyPr>
          <a:lstStyle/>
          <a:p>
            <a:pPr marL="0" marR="0" lvl="0" indent="0" algn="l" rtl="0">
              <a:lnSpc>
                <a:spcPct val="119996"/>
              </a:lnSpc>
              <a:spcBef>
                <a:spcPts val="0"/>
              </a:spcBef>
              <a:spcAft>
                <a:spcPts val="0"/>
              </a:spcAft>
              <a:buNone/>
            </a:pPr>
            <a:r>
              <a:rPr lang="en-US" sz="12500" b="0" i="0" u="none" strike="noStrike" cap="none" dirty="0">
                <a:solidFill>
                  <a:srgbClr val="CCECFF"/>
                </a:solidFill>
                <a:latin typeface="Anton"/>
                <a:ea typeface="Anton"/>
                <a:cs typeface="Anton"/>
                <a:sym typeface="Anton"/>
              </a:rPr>
              <a:t>Dev Journey</a:t>
            </a:r>
            <a:endParaRPr sz="12500" dirty="0">
              <a:solidFill>
                <a:srgbClr val="CCECFF"/>
              </a:solidFill>
            </a:endParaRPr>
          </a:p>
        </p:txBody>
      </p:sp>
      <p:grpSp>
        <p:nvGrpSpPr>
          <p:cNvPr id="14" name="Group 13">
            <a:extLst>
              <a:ext uri="{FF2B5EF4-FFF2-40B4-BE49-F238E27FC236}">
                <a16:creationId xmlns:a16="http://schemas.microsoft.com/office/drawing/2014/main" id="{00601A19-8E5D-5180-A550-D39314ECB869}"/>
              </a:ext>
            </a:extLst>
          </p:cNvPr>
          <p:cNvGrpSpPr/>
          <p:nvPr/>
        </p:nvGrpSpPr>
        <p:grpSpPr>
          <a:xfrm>
            <a:off x="14891625" y="1002849"/>
            <a:ext cx="1535059" cy="363057"/>
            <a:chOff x="16511244" y="712189"/>
            <a:chExt cx="1045236" cy="240311"/>
          </a:xfrm>
        </p:grpSpPr>
        <p:sp>
          <p:nvSpPr>
            <p:cNvPr id="15" name="Oval 14">
              <a:extLst>
                <a:ext uri="{FF2B5EF4-FFF2-40B4-BE49-F238E27FC236}">
                  <a16:creationId xmlns:a16="http://schemas.microsoft.com/office/drawing/2014/main" id="{B372BDA3-6E10-AE55-C22E-63F98E788D33}"/>
                </a:ext>
              </a:extLst>
            </p:cNvPr>
            <p:cNvSpPr/>
            <p:nvPr/>
          </p:nvSpPr>
          <p:spPr>
            <a:xfrm>
              <a:off x="17312640" y="715498"/>
              <a:ext cx="243840" cy="237002"/>
            </a:xfrm>
            <a:prstGeom prst="ellipse">
              <a:avLst/>
            </a:prstGeom>
            <a:solidFill>
              <a:srgbClr val="1CC54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6" name="Oval 15">
              <a:extLst>
                <a:ext uri="{FF2B5EF4-FFF2-40B4-BE49-F238E27FC236}">
                  <a16:creationId xmlns:a16="http://schemas.microsoft.com/office/drawing/2014/main" id="{A5A7E105-83F6-9C73-43B9-426AB2D39E66}"/>
                </a:ext>
              </a:extLst>
            </p:cNvPr>
            <p:cNvSpPr/>
            <p:nvPr/>
          </p:nvSpPr>
          <p:spPr>
            <a:xfrm>
              <a:off x="16913900" y="712189"/>
              <a:ext cx="243840" cy="237002"/>
            </a:xfrm>
            <a:prstGeom prst="ellipse">
              <a:avLst/>
            </a:prstGeom>
            <a:solidFill>
              <a:srgbClr val="FFBC3E"/>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Oval 16">
              <a:extLst>
                <a:ext uri="{FF2B5EF4-FFF2-40B4-BE49-F238E27FC236}">
                  <a16:creationId xmlns:a16="http://schemas.microsoft.com/office/drawing/2014/main" id="{90AD566A-0668-D781-2764-002BCB43C112}"/>
                </a:ext>
              </a:extLst>
            </p:cNvPr>
            <p:cNvSpPr/>
            <p:nvPr/>
          </p:nvSpPr>
          <p:spPr>
            <a:xfrm>
              <a:off x="16511244" y="712189"/>
              <a:ext cx="243840" cy="237002"/>
            </a:xfrm>
            <a:prstGeom prst="ellipse">
              <a:avLst/>
            </a:prstGeom>
            <a:solidFill>
              <a:srgbClr val="F4665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Tree>
    <p:extLst>
      <p:ext uri="{BB962C8B-B14F-4D97-AF65-F5344CB8AC3E}">
        <p14:creationId xmlns:p14="http://schemas.microsoft.com/office/powerpoint/2010/main" val="13010607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6242F"/>
        </a:solidFill>
        <a:effectLst/>
      </p:bgPr>
    </p:bg>
    <p:spTree>
      <p:nvGrpSpPr>
        <p:cNvPr id="1" name="Shape 762">
          <a:extLst>
            <a:ext uri="{FF2B5EF4-FFF2-40B4-BE49-F238E27FC236}">
              <a16:creationId xmlns:a16="http://schemas.microsoft.com/office/drawing/2014/main" id="{72ECA39D-10B7-1FCD-DBDC-3AD04088CD4B}"/>
            </a:ext>
          </a:extLst>
        </p:cNvPr>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8BB8CADC-4C5B-F18E-02B4-12247C18978C}"/>
              </a:ext>
            </a:extLst>
          </p:cNvPr>
          <p:cNvSpPr/>
          <p:nvPr/>
        </p:nvSpPr>
        <p:spPr>
          <a:xfrm>
            <a:off x="11466327" y="1693375"/>
            <a:ext cx="6108249" cy="6207979"/>
          </a:xfrm>
          <a:prstGeom prst="roundRect">
            <a:avLst>
              <a:gd name="adj" fmla="val 3394"/>
            </a:avLst>
          </a:prstGeom>
          <a:solidFill>
            <a:srgbClr val="F46659"/>
          </a:solidFill>
          <a:ln w="38100">
            <a:solidFill>
              <a:srgbClr val="F46659"/>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p>
        </p:txBody>
      </p:sp>
      <p:sp>
        <p:nvSpPr>
          <p:cNvPr id="15" name="Rectangle: Rounded Corners 14">
            <a:extLst>
              <a:ext uri="{FF2B5EF4-FFF2-40B4-BE49-F238E27FC236}">
                <a16:creationId xmlns:a16="http://schemas.microsoft.com/office/drawing/2014/main" id="{BE7AF07C-5150-7364-DE9B-FB661A8A3763}"/>
              </a:ext>
            </a:extLst>
          </p:cNvPr>
          <p:cNvSpPr/>
          <p:nvPr/>
        </p:nvSpPr>
        <p:spPr>
          <a:xfrm>
            <a:off x="713424" y="674375"/>
            <a:ext cx="10021402" cy="1961433"/>
          </a:xfrm>
          <a:prstGeom prst="roundRect">
            <a:avLst>
              <a:gd name="adj" fmla="val 3394"/>
            </a:avLst>
          </a:prstGeom>
          <a:solidFill>
            <a:srgbClr val="192934"/>
          </a:solidFill>
          <a:ln w="38100">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p>
        </p:txBody>
      </p:sp>
      <p:pic>
        <p:nvPicPr>
          <p:cNvPr id="838" name="Google Shape;838;p15">
            <a:extLst>
              <a:ext uri="{FF2B5EF4-FFF2-40B4-BE49-F238E27FC236}">
                <a16:creationId xmlns:a16="http://schemas.microsoft.com/office/drawing/2014/main" id="{F982CD87-9E51-39CD-ABBB-91027606585F}"/>
              </a:ext>
            </a:extLst>
          </p:cNvPr>
          <p:cNvPicPr preferRelativeResize="0"/>
          <p:nvPr/>
        </p:nvPicPr>
        <p:blipFill>
          <a:blip r:embed="rId3"/>
          <a:srcRect l="-846" t="1069" r="-1287" b="-1069"/>
          <a:stretch/>
        </p:blipFill>
        <p:spPr>
          <a:xfrm>
            <a:off x="11688355" y="1237848"/>
            <a:ext cx="6318291" cy="6442440"/>
          </a:xfrm>
          <a:prstGeom prst="rect">
            <a:avLst/>
          </a:prstGeom>
          <a:noFill/>
          <a:ln>
            <a:noFill/>
          </a:ln>
        </p:spPr>
      </p:pic>
      <p:sp>
        <p:nvSpPr>
          <p:cNvPr id="17" name="Google Shape;756;p14">
            <a:extLst>
              <a:ext uri="{FF2B5EF4-FFF2-40B4-BE49-F238E27FC236}">
                <a16:creationId xmlns:a16="http://schemas.microsoft.com/office/drawing/2014/main" id="{8FFEC411-51FD-5CA7-AC92-36DE1A1E5540}"/>
              </a:ext>
            </a:extLst>
          </p:cNvPr>
          <p:cNvSpPr txBox="1"/>
          <p:nvPr/>
        </p:nvSpPr>
        <p:spPr>
          <a:xfrm>
            <a:off x="1508422" y="1102444"/>
            <a:ext cx="8626523" cy="1181862"/>
          </a:xfrm>
          <a:prstGeom prst="rect">
            <a:avLst/>
          </a:prstGeom>
          <a:noFill/>
          <a:ln>
            <a:noFill/>
          </a:ln>
        </p:spPr>
        <p:txBody>
          <a:bodyPr spcFirstLastPara="1" wrap="square" lIns="0" tIns="0" rIns="0" bIns="0" anchor="t" anchorCtr="0">
            <a:spAutoFit/>
          </a:bodyPr>
          <a:lstStyle/>
          <a:p>
            <a:pPr marL="0" marR="0" lvl="0" indent="0" algn="l" rtl="0">
              <a:lnSpc>
                <a:spcPct val="119996"/>
              </a:lnSpc>
              <a:spcBef>
                <a:spcPts val="0"/>
              </a:spcBef>
              <a:spcAft>
                <a:spcPts val="0"/>
              </a:spcAft>
              <a:buNone/>
            </a:pPr>
            <a:r>
              <a:rPr lang="en-US" sz="6400" b="0" i="0" u="none" strike="noStrike" cap="none" dirty="0">
                <a:solidFill>
                  <a:srgbClr val="CCECFF"/>
                </a:solidFill>
                <a:latin typeface="Anton"/>
                <a:ea typeface="Anton"/>
                <a:cs typeface="Anton"/>
                <a:sym typeface="Anton"/>
              </a:rPr>
              <a:t>Major Challenges</a:t>
            </a:r>
            <a:endParaRPr sz="6400" dirty="0">
              <a:solidFill>
                <a:srgbClr val="CCECFF"/>
              </a:solidFill>
            </a:endParaRPr>
          </a:p>
        </p:txBody>
      </p:sp>
      <p:grpSp>
        <p:nvGrpSpPr>
          <p:cNvPr id="20" name="Group 19">
            <a:extLst>
              <a:ext uri="{FF2B5EF4-FFF2-40B4-BE49-F238E27FC236}">
                <a16:creationId xmlns:a16="http://schemas.microsoft.com/office/drawing/2014/main" id="{604277DB-EF6C-2755-B778-D051AA33F1CE}"/>
              </a:ext>
            </a:extLst>
          </p:cNvPr>
          <p:cNvGrpSpPr/>
          <p:nvPr/>
        </p:nvGrpSpPr>
        <p:grpSpPr>
          <a:xfrm>
            <a:off x="9321189" y="894897"/>
            <a:ext cx="1174905" cy="277877"/>
            <a:chOff x="16511244" y="712189"/>
            <a:chExt cx="1045236" cy="240311"/>
          </a:xfrm>
        </p:grpSpPr>
        <p:sp>
          <p:nvSpPr>
            <p:cNvPr id="21" name="Oval 20">
              <a:extLst>
                <a:ext uri="{FF2B5EF4-FFF2-40B4-BE49-F238E27FC236}">
                  <a16:creationId xmlns:a16="http://schemas.microsoft.com/office/drawing/2014/main" id="{43480C76-8169-2F91-4E1B-FE65CF7307BF}"/>
                </a:ext>
              </a:extLst>
            </p:cNvPr>
            <p:cNvSpPr/>
            <p:nvPr/>
          </p:nvSpPr>
          <p:spPr>
            <a:xfrm>
              <a:off x="17312640" y="715498"/>
              <a:ext cx="243840" cy="237002"/>
            </a:xfrm>
            <a:prstGeom prst="ellipse">
              <a:avLst/>
            </a:prstGeom>
            <a:solidFill>
              <a:srgbClr val="1CC54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Oval 21">
              <a:extLst>
                <a:ext uri="{FF2B5EF4-FFF2-40B4-BE49-F238E27FC236}">
                  <a16:creationId xmlns:a16="http://schemas.microsoft.com/office/drawing/2014/main" id="{E6FC6A16-EC85-5CA9-C705-A275520470EC}"/>
                </a:ext>
              </a:extLst>
            </p:cNvPr>
            <p:cNvSpPr/>
            <p:nvPr/>
          </p:nvSpPr>
          <p:spPr>
            <a:xfrm>
              <a:off x="16913900" y="712189"/>
              <a:ext cx="243840" cy="237002"/>
            </a:xfrm>
            <a:prstGeom prst="ellipse">
              <a:avLst/>
            </a:prstGeom>
            <a:solidFill>
              <a:srgbClr val="FFBC3E"/>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Oval 22">
              <a:extLst>
                <a:ext uri="{FF2B5EF4-FFF2-40B4-BE49-F238E27FC236}">
                  <a16:creationId xmlns:a16="http://schemas.microsoft.com/office/drawing/2014/main" id="{5827CAE0-2DB8-D726-B4DD-CE65D78BCEE3}"/>
                </a:ext>
              </a:extLst>
            </p:cNvPr>
            <p:cNvSpPr/>
            <p:nvPr/>
          </p:nvSpPr>
          <p:spPr>
            <a:xfrm>
              <a:off x="16511244" y="712189"/>
              <a:ext cx="243840" cy="237002"/>
            </a:xfrm>
            <a:prstGeom prst="ellipse">
              <a:avLst/>
            </a:prstGeom>
            <a:solidFill>
              <a:srgbClr val="F4665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2" name="Rectangle: Rounded Corners 1">
            <a:extLst>
              <a:ext uri="{FF2B5EF4-FFF2-40B4-BE49-F238E27FC236}">
                <a16:creationId xmlns:a16="http://schemas.microsoft.com/office/drawing/2014/main" id="{D2100C53-E02F-EC5E-7EFF-F80AF1702F68}"/>
              </a:ext>
            </a:extLst>
          </p:cNvPr>
          <p:cNvSpPr/>
          <p:nvPr/>
        </p:nvSpPr>
        <p:spPr>
          <a:xfrm>
            <a:off x="3979956" y="2390695"/>
            <a:ext cx="7123668" cy="7522256"/>
          </a:xfrm>
          <a:prstGeom prst="roundRect">
            <a:avLst>
              <a:gd name="adj" fmla="val 3394"/>
            </a:avLst>
          </a:prstGeom>
          <a:solidFill>
            <a:srgbClr val="1F3240"/>
          </a:solidFill>
          <a:ln w="38100">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p>
        </p:txBody>
      </p:sp>
      <p:grpSp>
        <p:nvGrpSpPr>
          <p:cNvPr id="3" name="Group 2">
            <a:extLst>
              <a:ext uri="{FF2B5EF4-FFF2-40B4-BE49-F238E27FC236}">
                <a16:creationId xmlns:a16="http://schemas.microsoft.com/office/drawing/2014/main" id="{D97B613B-9658-C8ED-33D1-359125F6DDF1}"/>
              </a:ext>
            </a:extLst>
          </p:cNvPr>
          <p:cNvGrpSpPr/>
          <p:nvPr/>
        </p:nvGrpSpPr>
        <p:grpSpPr>
          <a:xfrm>
            <a:off x="9870942" y="2616473"/>
            <a:ext cx="1045236" cy="247209"/>
            <a:chOff x="16511244" y="712189"/>
            <a:chExt cx="1045236" cy="240311"/>
          </a:xfrm>
        </p:grpSpPr>
        <p:sp>
          <p:nvSpPr>
            <p:cNvPr id="4" name="Oval 3">
              <a:extLst>
                <a:ext uri="{FF2B5EF4-FFF2-40B4-BE49-F238E27FC236}">
                  <a16:creationId xmlns:a16="http://schemas.microsoft.com/office/drawing/2014/main" id="{269329EC-A4DE-62FE-8DB8-97D893D4319C}"/>
                </a:ext>
              </a:extLst>
            </p:cNvPr>
            <p:cNvSpPr/>
            <p:nvPr/>
          </p:nvSpPr>
          <p:spPr>
            <a:xfrm>
              <a:off x="17312640" y="715498"/>
              <a:ext cx="243840" cy="237002"/>
            </a:xfrm>
            <a:prstGeom prst="ellipse">
              <a:avLst/>
            </a:prstGeom>
            <a:solidFill>
              <a:srgbClr val="1CC54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Oval 4">
              <a:extLst>
                <a:ext uri="{FF2B5EF4-FFF2-40B4-BE49-F238E27FC236}">
                  <a16:creationId xmlns:a16="http://schemas.microsoft.com/office/drawing/2014/main" id="{731A1795-AECE-5A7D-894F-62C47BA6470C}"/>
                </a:ext>
              </a:extLst>
            </p:cNvPr>
            <p:cNvSpPr/>
            <p:nvPr/>
          </p:nvSpPr>
          <p:spPr>
            <a:xfrm>
              <a:off x="16913900" y="712189"/>
              <a:ext cx="243840" cy="237002"/>
            </a:xfrm>
            <a:prstGeom prst="ellipse">
              <a:avLst/>
            </a:prstGeom>
            <a:solidFill>
              <a:srgbClr val="FFBC3E"/>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Oval 5">
              <a:extLst>
                <a:ext uri="{FF2B5EF4-FFF2-40B4-BE49-F238E27FC236}">
                  <a16:creationId xmlns:a16="http://schemas.microsoft.com/office/drawing/2014/main" id="{512FEB4F-83E7-5DB7-F5EB-ED15BA1BF0A2}"/>
                </a:ext>
              </a:extLst>
            </p:cNvPr>
            <p:cNvSpPr/>
            <p:nvPr/>
          </p:nvSpPr>
          <p:spPr>
            <a:xfrm>
              <a:off x="16511244" y="712189"/>
              <a:ext cx="243840" cy="237002"/>
            </a:xfrm>
            <a:prstGeom prst="ellipse">
              <a:avLst/>
            </a:prstGeom>
            <a:solidFill>
              <a:srgbClr val="F4665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7" name="Google Shape;535;p11">
            <a:extLst>
              <a:ext uri="{FF2B5EF4-FFF2-40B4-BE49-F238E27FC236}">
                <a16:creationId xmlns:a16="http://schemas.microsoft.com/office/drawing/2014/main" id="{417E1C6D-9492-A0F9-D367-F40CDF98379A}"/>
              </a:ext>
            </a:extLst>
          </p:cNvPr>
          <p:cNvSpPr txBox="1"/>
          <p:nvPr/>
        </p:nvSpPr>
        <p:spPr>
          <a:xfrm>
            <a:off x="4327856" y="2996342"/>
            <a:ext cx="6032096"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1" i="0" u="none" strike="noStrike" cap="none" dirty="0">
                <a:latin typeface="Calibri Light" panose="020F0302020204030204" pitchFamily="34" charset="0"/>
                <a:ea typeface="Calibri Light" panose="020F0302020204030204" pitchFamily="34" charset="0"/>
                <a:cs typeface="Calibri Light" panose="020F0302020204030204" pitchFamily="34" charset="0"/>
                <a:sym typeface="Anton"/>
              </a:rPr>
              <a:t>Challenges {</a:t>
            </a:r>
            <a:endParaRPr lang="en-US" sz="32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8" name="Google Shape;535;p11">
            <a:extLst>
              <a:ext uri="{FF2B5EF4-FFF2-40B4-BE49-F238E27FC236}">
                <a16:creationId xmlns:a16="http://schemas.microsoft.com/office/drawing/2014/main" id="{0AB8D077-FAE7-4F08-8078-80C83E3B7A52}"/>
              </a:ext>
            </a:extLst>
          </p:cNvPr>
          <p:cNvSpPr txBox="1"/>
          <p:nvPr/>
        </p:nvSpPr>
        <p:spPr>
          <a:xfrm>
            <a:off x="4327856" y="3697323"/>
            <a:ext cx="6394799" cy="646330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Communication: [</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“Unclear who was doing what”,</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“Unclear what needed to be done”</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a:t>
            </a:r>
            <a:r>
              <a:rPr lang="en-US" sz="2800" dirty="0" err="1">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TeamWork</a:t>
            </a: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“Working alone rather than together”,</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“Working on the same tasks”</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Completion: [</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“Issues with combining work from</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different team members”,</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“Issues getting website to load”</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a:t>
            </a:r>
          </a:p>
          <a:p>
            <a:pPr marL="0" marR="0" lvl="0" indent="0" algn="l" rtl="0">
              <a:lnSpc>
                <a:spcPct val="100000"/>
              </a:lnSpc>
              <a:spcBef>
                <a:spcPts val="0"/>
              </a:spcBef>
              <a:spcAft>
                <a:spcPts val="0"/>
              </a:spcAft>
              <a:buNone/>
            </a:pPr>
            <a:endPar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172551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6242F"/>
        </a:solidFill>
        <a:effectLst/>
      </p:bgPr>
    </p:bg>
    <p:spTree>
      <p:nvGrpSpPr>
        <p:cNvPr id="1" name="Shape 762">
          <a:extLst>
            <a:ext uri="{FF2B5EF4-FFF2-40B4-BE49-F238E27FC236}">
              <a16:creationId xmlns:a16="http://schemas.microsoft.com/office/drawing/2014/main" id="{0BF092DE-90E7-78C7-EBE8-AC7F5EA92C6F}"/>
            </a:ext>
          </a:extLst>
        </p:cNvPr>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92E965D5-CEA9-EC39-D2AD-877668B426CD}"/>
              </a:ext>
            </a:extLst>
          </p:cNvPr>
          <p:cNvSpPr/>
          <p:nvPr/>
        </p:nvSpPr>
        <p:spPr>
          <a:xfrm>
            <a:off x="708494" y="1693375"/>
            <a:ext cx="4833556" cy="6442440"/>
          </a:xfrm>
          <a:prstGeom prst="roundRect">
            <a:avLst>
              <a:gd name="adj" fmla="val 3394"/>
            </a:avLst>
          </a:prstGeom>
          <a:solidFill>
            <a:srgbClr val="F46659"/>
          </a:solidFill>
          <a:ln w="38100">
            <a:solidFill>
              <a:srgbClr val="F46659"/>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p>
        </p:txBody>
      </p:sp>
      <p:sp>
        <p:nvSpPr>
          <p:cNvPr id="15" name="Rectangle: Rounded Corners 14">
            <a:extLst>
              <a:ext uri="{FF2B5EF4-FFF2-40B4-BE49-F238E27FC236}">
                <a16:creationId xmlns:a16="http://schemas.microsoft.com/office/drawing/2014/main" id="{57A6C8D7-2C51-163B-6664-EE664BD0501B}"/>
              </a:ext>
            </a:extLst>
          </p:cNvPr>
          <p:cNvSpPr/>
          <p:nvPr/>
        </p:nvSpPr>
        <p:spPr>
          <a:xfrm>
            <a:off x="6762532" y="674375"/>
            <a:ext cx="10021402" cy="2498690"/>
          </a:xfrm>
          <a:prstGeom prst="roundRect">
            <a:avLst>
              <a:gd name="adj" fmla="val 3394"/>
            </a:avLst>
          </a:prstGeom>
          <a:solidFill>
            <a:srgbClr val="192934"/>
          </a:solidFill>
          <a:ln w="38100">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p>
        </p:txBody>
      </p:sp>
      <p:pic>
        <p:nvPicPr>
          <p:cNvPr id="838" name="Google Shape;838;p15">
            <a:extLst>
              <a:ext uri="{FF2B5EF4-FFF2-40B4-BE49-F238E27FC236}">
                <a16:creationId xmlns:a16="http://schemas.microsoft.com/office/drawing/2014/main" id="{6A2B200D-613E-109B-B87F-82533520381C}"/>
              </a:ext>
            </a:extLst>
          </p:cNvPr>
          <p:cNvPicPr preferRelativeResize="0"/>
          <p:nvPr/>
        </p:nvPicPr>
        <p:blipFill>
          <a:blip r:embed="rId3"/>
          <a:srcRect l="-552" t="-2259" r="3185" b="4892"/>
          <a:stretch/>
        </p:blipFill>
        <p:spPr>
          <a:xfrm>
            <a:off x="1060170" y="1237848"/>
            <a:ext cx="4833556" cy="6442440"/>
          </a:xfrm>
          <a:prstGeom prst="rect">
            <a:avLst/>
          </a:prstGeom>
          <a:noFill/>
          <a:ln>
            <a:noFill/>
          </a:ln>
        </p:spPr>
      </p:pic>
      <p:sp>
        <p:nvSpPr>
          <p:cNvPr id="17" name="Google Shape;756;p14">
            <a:extLst>
              <a:ext uri="{FF2B5EF4-FFF2-40B4-BE49-F238E27FC236}">
                <a16:creationId xmlns:a16="http://schemas.microsoft.com/office/drawing/2014/main" id="{AE0F5E8C-084D-375D-3201-F636D79B8C72}"/>
              </a:ext>
            </a:extLst>
          </p:cNvPr>
          <p:cNvSpPr txBox="1"/>
          <p:nvPr/>
        </p:nvSpPr>
        <p:spPr>
          <a:xfrm>
            <a:off x="7781634" y="1269799"/>
            <a:ext cx="8626523" cy="1181862"/>
          </a:xfrm>
          <a:prstGeom prst="rect">
            <a:avLst/>
          </a:prstGeom>
          <a:noFill/>
          <a:ln>
            <a:noFill/>
          </a:ln>
        </p:spPr>
        <p:txBody>
          <a:bodyPr spcFirstLastPara="1" wrap="square" lIns="0" tIns="0" rIns="0" bIns="0" anchor="t" anchorCtr="0">
            <a:spAutoFit/>
          </a:bodyPr>
          <a:lstStyle/>
          <a:p>
            <a:pPr marL="0" marR="0" lvl="0" indent="0" algn="l" rtl="0">
              <a:lnSpc>
                <a:spcPct val="119996"/>
              </a:lnSpc>
              <a:spcBef>
                <a:spcPts val="0"/>
              </a:spcBef>
              <a:spcAft>
                <a:spcPts val="0"/>
              </a:spcAft>
              <a:buNone/>
            </a:pPr>
            <a:r>
              <a:rPr lang="en-US" sz="6400" b="0" i="0" u="none" strike="noStrike" cap="none" dirty="0">
                <a:solidFill>
                  <a:srgbClr val="CCECFF"/>
                </a:solidFill>
                <a:latin typeface="Anton"/>
                <a:ea typeface="Anton"/>
                <a:cs typeface="Anton"/>
                <a:sym typeface="Anton"/>
              </a:rPr>
              <a:t>Major Accomplishments</a:t>
            </a:r>
            <a:endParaRPr sz="6400" dirty="0">
              <a:solidFill>
                <a:srgbClr val="CCECFF"/>
              </a:solidFill>
            </a:endParaRPr>
          </a:p>
        </p:txBody>
      </p:sp>
      <p:grpSp>
        <p:nvGrpSpPr>
          <p:cNvPr id="20" name="Group 19">
            <a:extLst>
              <a:ext uri="{FF2B5EF4-FFF2-40B4-BE49-F238E27FC236}">
                <a16:creationId xmlns:a16="http://schemas.microsoft.com/office/drawing/2014/main" id="{5349E9C5-6FD8-0717-21D8-16D364C58FE9}"/>
              </a:ext>
            </a:extLst>
          </p:cNvPr>
          <p:cNvGrpSpPr/>
          <p:nvPr/>
        </p:nvGrpSpPr>
        <p:grpSpPr>
          <a:xfrm>
            <a:off x="15370297" y="894897"/>
            <a:ext cx="1174905" cy="277877"/>
            <a:chOff x="16511244" y="712189"/>
            <a:chExt cx="1045236" cy="240311"/>
          </a:xfrm>
        </p:grpSpPr>
        <p:sp>
          <p:nvSpPr>
            <p:cNvPr id="21" name="Oval 20">
              <a:extLst>
                <a:ext uri="{FF2B5EF4-FFF2-40B4-BE49-F238E27FC236}">
                  <a16:creationId xmlns:a16="http://schemas.microsoft.com/office/drawing/2014/main" id="{A633A461-EDBB-9F97-2077-6F601A3911F9}"/>
                </a:ext>
              </a:extLst>
            </p:cNvPr>
            <p:cNvSpPr/>
            <p:nvPr/>
          </p:nvSpPr>
          <p:spPr>
            <a:xfrm>
              <a:off x="17312640" y="715498"/>
              <a:ext cx="243840" cy="237002"/>
            </a:xfrm>
            <a:prstGeom prst="ellipse">
              <a:avLst/>
            </a:prstGeom>
            <a:solidFill>
              <a:srgbClr val="1CC54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Oval 21">
              <a:extLst>
                <a:ext uri="{FF2B5EF4-FFF2-40B4-BE49-F238E27FC236}">
                  <a16:creationId xmlns:a16="http://schemas.microsoft.com/office/drawing/2014/main" id="{30000BD2-D213-071F-B538-DDFC8F0E19F9}"/>
                </a:ext>
              </a:extLst>
            </p:cNvPr>
            <p:cNvSpPr/>
            <p:nvPr/>
          </p:nvSpPr>
          <p:spPr>
            <a:xfrm>
              <a:off x="16913900" y="712189"/>
              <a:ext cx="243840" cy="237002"/>
            </a:xfrm>
            <a:prstGeom prst="ellipse">
              <a:avLst/>
            </a:prstGeom>
            <a:solidFill>
              <a:srgbClr val="FFBC3E"/>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Oval 22">
              <a:extLst>
                <a:ext uri="{FF2B5EF4-FFF2-40B4-BE49-F238E27FC236}">
                  <a16:creationId xmlns:a16="http://schemas.microsoft.com/office/drawing/2014/main" id="{E3FB5859-4F46-4D3C-4B24-8B7E53DCF779}"/>
                </a:ext>
              </a:extLst>
            </p:cNvPr>
            <p:cNvSpPr/>
            <p:nvPr/>
          </p:nvSpPr>
          <p:spPr>
            <a:xfrm>
              <a:off x="16511244" y="712189"/>
              <a:ext cx="243840" cy="237002"/>
            </a:xfrm>
            <a:prstGeom prst="ellipse">
              <a:avLst/>
            </a:prstGeom>
            <a:solidFill>
              <a:srgbClr val="F4665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2" name="Rectangle: Rounded Corners 1">
            <a:extLst>
              <a:ext uri="{FF2B5EF4-FFF2-40B4-BE49-F238E27FC236}">
                <a16:creationId xmlns:a16="http://schemas.microsoft.com/office/drawing/2014/main" id="{054418FC-8A39-5247-CEBD-C344606A4BCD}"/>
              </a:ext>
            </a:extLst>
          </p:cNvPr>
          <p:cNvSpPr/>
          <p:nvPr/>
        </p:nvSpPr>
        <p:spPr>
          <a:xfrm>
            <a:off x="7262417" y="2496146"/>
            <a:ext cx="7578998" cy="7522256"/>
          </a:xfrm>
          <a:prstGeom prst="roundRect">
            <a:avLst>
              <a:gd name="adj" fmla="val 3394"/>
            </a:avLst>
          </a:prstGeom>
          <a:solidFill>
            <a:srgbClr val="1F3240"/>
          </a:solidFill>
          <a:ln w="38100">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p>
        </p:txBody>
      </p:sp>
      <p:grpSp>
        <p:nvGrpSpPr>
          <p:cNvPr id="3" name="Group 2">
            <a:extLst>
              <a:ext uri="{FF2B5EF4-FFF2-40B4-BE49-F238E27FC236}">
                <a16:creationId xmlns:a16="http://schemas.microsoft.com/office/drawing/2014/main" id="{A4AEA4F0-FFCF-D1DF-1CAC-062CBFB6870B}"/>
              </a:ext>
            </a:extLst>
          </p:cNvPr>
          <p:cNvGrpSpPr/>
          <p:nvPr/>
        </p:nvGrpSpPr>
        <p:grpSpPr>
          <a:xfrm>
            <a:off x="13469759" y="2844328"/>
            <a:ext cx="1045236" cy="247209"/>
            <a:chOff x="16511244" y="712189"/>
            <a:chExt cx="1045236" cy="240311"/>
          </a:xfrm>
        </p:grpSpPr>
        <p:sp>
          <p:nvSpPr>
            <p:cNvPr id="4" name="Oval 3">
              <a:extLst>
                <a:ext uri="{FF2B5EF4-FFF2-40B4-BE49-F238E27FC236}">
                  <a16:creationId xmlns:a16="http://schemas.microsoft.com/office/drawing/2014/main" id="{E436D5A9-1AD7-5210-97AB-B2CA6A7C70C0}"/>
                </a:ext>
              </a:extLst>
            </p:cNvPr>
            <p:cNvSpPr/>
            <p:nvPr/>
          </p:nvSpPr>
          <p:spPr>
            <a:xfrm>
              <a:off x="17312640" y="715498"/>
              <a:ext cx="243840" cy="237002"/>
            </a:xfrm>
            <a:prstGeom prst="ellipse">
              <a:avLst/>
            </a:prstGeom>
            <a:solidFill>
              <a:srgbClr val="1CC54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5" name="Oval 4">
              <a:extLst>
                <a:ext uri="{FF2B5EF4-FFF2-40B4-BE49-F238E27FC236}">
                  <a16:creationId xmlns:a16="http://schemas.microsoft.com/office/drawing/2014/main" id="{7BE91E7B-67F3-8068-8072-3462458062C6}"/>
                </a:ext>
              </a:extLst>
            </p:cNvPr>
            <p:cNvSpPr/>
            <p:nvPr/>
          </p:nvSpPr>
          <p:spPr>
            <a:xfrm>
              <a:off x="16913900" y="712189"/>
              <a:ext cx="243840" cy="237002"/>
            </a:xfrm>
            <a:prstGeom prst="ellipse">
              <a:avLst/>
            </a:prstGeom>
            <a:solidFill>
              <a:srgbClr val="FFBC3E"/>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Oval 5">
              <a:extLst>
                <a:ext uri="{FF2B5EF4-FFF2-40B4-BE49-F238E27FC236}">
                  <a16:creationId xmlns:a16="http://schemas.microsoft.com/office/drawing/2014/main" id="{4E584673-3B9D-62D2-6D04-F751D54C33DE}"/>
                </a:ext>
              </a:extLst>
            </p:cNvPr>
            <p:cNvSpPr/>
            <p:nvPr/>
          </p:nvSpPr>
          <p:spPr>
            <a:xfrm>
              <a:off x="16511244" y="712189"/>
              <a:ext cx="243840" cy="237002"/>
            </a:xfrm>
            <a:prstGeom prst="ellipse">
              <a:avLst/>
            </a:prstGeom>
            <a:solidFill>
              <a:srgbClr val="F4665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7" name="Google Shape;535;p11">
            <a:extLst>
              <a:ext uri="{FF2B5EF4-FFF2-40B4-BE49-F238E27FC236}">
                <a16:creationId xmlns:a16="http://schemas.microsoft.com/office/drawing/2014/main" id="{EF383946-9ED8-8CE0-528B-FCBED38B0246}"/>
              </a:ext>
            </a:extLst>
          </p:cNvPr>
          <p:cNvSpPr txBox="1"/>
          <p:nvPr/>
        </p:nvSpPr>
        <p:spPr>
          <a:xfrm>
            <a:off x="7614093" y="2968149"/>
            <a:ext cx="6032096"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1" i="0" u="none" strike="noStrike" cap="none" dirty="0">
                <a:latin typeface="Calibri Light" panose="020F0302020204030204" pitchFamily="34" charset="0"/>
                <a:ea typeface="Calibri Light" panose="020F0302020204030204" pitchFamily="34" charset="0"/>
                <a:cs typeface="Calibri Light" panose="020F0302020204030204" pitchFamily="34" charset="0"/>
                <a:sym typeface="Anton"/>
              </a:rPr>
              <a:t>Accomplishments {</a:t>
            </a:r>
            <a:endParaRPr lang="en-US" sz="32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8" name="Google Shape;535;p11">
            <a:extLst>
              <a:ext uri="{FF2B5EF4-FFF2-40B4-BE49-F238E27FC236}">
                <a16:creationId xmlns:a16="http://schemas.microsoft.com/office/drawing/2014/main" id="{F47B08D7-8E25-9B9F-1122-80D795AE1E68}"/>
              </a:ext>
            </a:extLst>
          </p:cNvPr>
          <p:cNvSpPr txBox="1"/>
          <p:nvPr/>
        </p:nvSpPr>
        <p:spPr>
          <a:xfrm>
            <a:off x="7614093" y="3669130"/>
            <a:ext cx="6775768" cy="646330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VPS: [</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“First step in progress”,</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“Long and complicated setup”,</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“Works flawlessly!”</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Docker: [</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“Confusing documentation”,</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“Works well and is compatible with VPS”</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Bash: [</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“Writing scripts Blindly”,</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“Testing proved that the scripts work!”</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	]</a:t>
            </a:r>
          </a:p>
          <a:p>
            <a:pPr marL="0" marR="0" lvl="0" indent="0" algn="l" rtl="0">
              <a:lnSpc>
                <a:spcPct val="100000"/>
              </a:lnSpc>
              <a:spcBef>
                <a:spcPts val="0"/>
              </a:spcBef>
              <a:spcAft>
                <a:spcPts val="0"/>
              </a:spcAft>
              <a:buNone/>
            </a:pPr>
            <a:r>
              <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rPr>
              <a:t>}</a:t>
            </a:r>
          </a:p>
          <a:p>
            <a:pPr marL="0" marR="0" lvl="0" indent="0" algn="l" rtl="0">
              <a:lnSpc>
                <a:spcPct val="100000"/>
              </a:lnSpc>
              <a:spcBef>
                <a:spcPts val="0"/>
              </a:spcBef>
              <a:spcAft>
                <a:spcPts val="0"/>
              </a:spcAft>
              <a:buNone/>
            </a:pPr>
            <a:endParaRPr lang="en-US" sz="2800" dirty="0">
              <a:solidFill>
                <a:srgbClr val="CCECFF"/>
              </a:solidFill>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17901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6242F"/>
        </a:solidFill>
        <a:effectLst/>
      </p:bgPr>
    </p:bg>
    <p:spTree>
      <p:nvGrpSpPr>
        <p:cNvPr id="1" name="Shape 712">
          <a:extLst>
            <a:ext uri="{FF2B5EF4-FFF2-40B4-BE49-F238E27FC236}">
              <a16:creationId xmlns:a16="http://schemas.microsoft.com/office/drawing/2014/main" id="{C3EF7753-96EB-98C3-271C-260C3E3C4AC8}"/>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C8C15FD4-81EF-A92D-416D-D5FEEEEE8F45}"/>
              </a:ext>
            </a:extLst>
          </p:cNvPr>
          <p:cNvSpPr/>
          <p:nvPr/>
        </p:nvSpPr>
        <p:spPr>
          <a:xfrm>
            <a:off x="2038919" y="303273"/>
            <a:ext cx="14863813" cy="5244770"/>
          </a:xfrm>
          <a:prstGeom prst="roundRect">
            <a:avLst>
              <a:gd name="adj" fmla="val 3394"/>
            </a:avLst>
          </a:prstGeom>
          <a:solidFill>
            <a:srgbClr val="1F3240"/>
          </a:solidFill>
          <a:ln w="38100">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p>
        </p:txBody>
      </p:sp>
      <p:grpSp>
        <p:nvGrpSpPr>
          <p:cNvPr id="6" name="Group 5">
            <a:extLst>
              <a:ext uri="{FF2B5EF4-FFF2-40B4-BE49-F238E27FC236}">
                <a16:creationId xmlns:a16="http://schemas.microsoft.com/office/drawing/2014/main" id="{D7DB71F4-0332-9CC1-E704-AF56A5CB14AC}"/>
              </a:ext>
            </a:extLst>
          </p:cNvPr>
          <p:cNvGrpSpPr/>
          <p:nvPr/>
        </p:nvGrpSpPr>
        <p:grpSpPr>
          <a:xfrm>
            <a:off x="15433254" y="469651"/>
            <a:ext cx="1174905" cy="277877"/>
            <a:chOff x="16511244" y="712189"/>
            <a:chExt cx="1045236" cy="240311"/>
          </a:xfrm>
        </p:grpSpPr>
        <p:sp>
          <p:nvSpPr>
            <p:cNvPr id="7" name="Oval 6">
              <a:extLst>
                <a:ext uri="{FF2B5EF4-FFF2-40B4-BE49-F238E27FC236}">
                  <a16:creationId xmlns:a16="http://schemas.microsoft.com/office/drawing/2014/main" id="{1719A0D2-98F2-2631-1450-5A81BEB72C14}"/>
                </a:ext>
              </a:extLst>
            </p:cNvPr>
            <p:cNvSpPr/>
            <p:nvPr/>
          </p:nvSpPr>
          <p:spPr>
            <a:xfrm>
              <a:off x="17312640" y="715498"/>
              <a:ext cx="243840" cy="237002"/>
            </a:xfrm>
            <a:prstGeom prst="ellipse">
              <a:avLst/>
            </a:prstGeom>
            <a:solidFill>
              <a:srgbClr val="1CC54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Oval 7">
              <a:extLst>
                <a:ext uri="{FF2B5EF4-FFF2-40B4-BE49-F238E27FC236}">
                  <a16:creationId xmlns:a16="http://schemas.microsoft.com/office/drawing/2014/main" id="{DC638294-AF63-D1BF-25FB-A155023ABB55}"/>
                </a:ext>
              </a:extLst>
            </p:cNvPr>
            <p:cNvSpPr/>
            <p:nvPr/>
          </p:nvSpPr>
          <p:spPr>
            <a:xfrm>
              <a:off x="16913900" y="712189"/>
              <a:ext cx="243840" cy="237002"/>
            </a:xfrm>
            <a:prstGeom prst="ellipse">
              <a:avLst/>
            </a:prstGeom>
            <a:solidFill>
              <a:srgbClr val="FFBC3E"/>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Oval 8">
              <a:extLst>
                <a:ext uri="{FF2B5EF4-FFF2-40B4-BE49-F238E27FC236}">
                  <a16:creationId xmlns:a16="http://schemas.microsoft.com/office/drawing/2014/main" id="{F6100ECF-CA63-9D5F-0A5F-1B0DAAE51662}"/>
                </a:ext>
              </a:extLst>
            </p:cNvPr>
            <p:cNvSpPr/>
            <p:nvPr/>
          </p:nvSpPr>
          <p:spPr>
            <a:xfrm>
              <a:off x="16511244" y="712189"/>
              <a:ext cx="243840" cy="237002"/>
            </a:xfrm>
            <a:prstGeom prst="ellipse">
              <a:avLst/>
            </a:prstGeom>
            <a:solidFill>
              <a:srgbClr val="F4665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pic>
        <p:nvPicPr>
          <p:cNvPr id="758" name="Google Shape;758;p14">
            <a:extLst>
              <a:ext uri="{FF2B5EF4-FFF2-40B4-BE49-F238E27FC236}">
                <a16:creationId xmlns:a16="http://schemas.microsoft.com/office/drawing/2014/main" id="{83ABC36F-163F-ED95-8B65-BA44D7AC8844}"/>
              </a:ext>
            </a:extLst>
          </p:cNvPr>
          <p:cNvPicPr preferRelativeResize="0"/>
          <p:nvPr/>
        </p:nvPicPr>
        <p:blipFill>
          <a:blip r:embed="rId3"/>
          <a:srcRect l="4784" t="19337" r="17435" b="51996"/>
          <a:stretch/>
        </p:blipFill>
        <p:spPr>
          <a:xfrm>
            <a:off x="2191634" y="1037044"/>
            <a:ext cx="14558381" cy="4510999"/>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11" name="Rectangle: Rounded Corners 10">
            <a:extLst>
              <a:ext uri="{FF2B5EF4-FFF2-40B4-BE49-F238E27FC236}">
                <a16:creationId xmlns:a16="http://schemas.microsoft.com/office/drawing/2014/main" id="{06CA73BA-1213-EA7A-46DA-12E1A1EB6F2D}"/>
              </a:ext>
            </a:extLst>
          </p:cNvPr>
          <p:cNvSpPr/>
          <p:nvPr/>
        </p:nvSpPr>
        <p:spPr>
          <a:xfrm>
            <a:off x="3774670" y="2158664"/>
            <a:ext cx="12248237" cy="7091292"/>
          </a:xfrm>
          <a:prstGeom prst="roundRect">
            <a:avLst>
              <a:gd name="adj" fmla="val 3394"/>
            </a:avLst>
          </a:prstGeom>
          <a:solidFill>
            <a:srgbClr val="1F3240"/>
          </a:solidFill>
          <a:ln w="38100">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p>
        </p:txBody>
      </p:sp>
      <p:grpSp>
        <p:nvGrpSpPr>
          <p:cNvPr id="12" name="Group 11">
            <a:extLst>
              <a:ext uri="{FF2B5EF4-FFF2-40B4-BE49-F238E27FC236}">
                <a16:creationId xmlns:a16="http://schemas.microsoft.com/office/drawing/2014/main" id="{6703B86B-D720-165B-0DAC-A569F29FC407}"/>
              </a:ext>
            </a:extLst>
          </p:cNvPr>
          <p:cNvGrpSpPr/>
          <p:nvPr/>
        </p:nvGrpSpPr>
        <p:grpSpPr>
          <a:xfrm>
            <a:off x="14368968" y="2497279"/>
            <a:ext cx="1174905" cy="277877"/>
            <a:chOff x="16511244" y="712189"/>
            <a:chExt cx="1045236" cy="240311"/>
          </a:xfrm>
        </p:grpSpPr>
        <p:sp>
          <p:nvSpPr>
            <p:cNvPr id="13" name="Oval 12">
              <a:extLst>
                <a:ext uri="{FF2B5EF4-FFF2-40B4-BE49-F238E27FC236}">
                  <a16:creationId xmlns:a16="http://schemas.microsoft.com/office/drawing/2014/main" id="{DC219BF7-B224-BDA2-A827-AFF87329AA14}"/>
                </a:ext>
              </a:extLst>
            </p:cNvPr>
            <p:cNvSpPr/>
            <p:nvPr/>
          </p:nvSpPr>
          <p:spPr>
            <a:xfrm>
              <a:off x="17312640" y="715498"/>
              <a:ext cx="243840" cy="237002"/>
            </a:xfrm>
            <a:prstGeom prst="ellipse">
              <a:avLst/>
            </a:prstGeom>
            <a:solidFill>
              <a:srgbClr val="1CC54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Oval 13">
              <a:extLst>
                <a:ext uri="{FF2B5EF4-FFF2-40B4-BE49-F238E27FC236}">
                  <a16:creationId xmlns:a16="http://schemas.microsoft.com/office/drawing/2014/main" id="{BA74DB6A-BDE5-6C46-304F-1903A4E4BD32}"/>
                </a:ext>
              </a:extLst>
            </p:cNvPr>
            <p:cNvSpPr/>
            <p:nvPr/>
          </p:nvSpPr>
          <p:spPr>
            <a:xfrm>
              <a:off x="16913900" y="712189"/>
              <a:ext cx="243840" cy="237002"/>
            </a:xfrm>
            <a:prstGeom prst="ellipse">
              <a:avLst/>
            </a:prstGeom>
            <a:solidFill>
              <a:srgbClr val="FFBC3E"/>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Oval 14">
              <a:extLst>
                <a:ext uri="{FF2B5EF4-FFF2-40B4-BE49-F238E27FC236}">
                  <a16:creationId xmlns:a16="http://schemas.microsoft.com/office/drawing/2014/main" id="{A76F5BE5-D91C-F05B-BA3B-F10796683BBC}"/>
                </a:ext>
              </a:extLst>
            </p:cNvPr>
            <p:cNvSpPr/>
            <p:nvPr/>
          </p:nvSpPr>
          <p:spPr>
            <a:xfrm>
              <a:off x="16511244" y="712189"/>
              <a:ext cx="243840" cy="237002"/>
            </a:xfrm>
            <a:prstGeom prst="ellipse">
              <a:avLst/>
            </a:prstGeom>
            <a:solidFill>
              <a:srgbClr val="F4665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756" name="Google Shape;756;p14">
            <a:extLst>
              <a:ext uri="{FF2B5EF4-FFF2-40B4-BE49-F238E27FC236}">
                <a16:creationId xmlns:a16="http://schemas.microsoft.com/office/drawing/2014/main" id="{E1276CA5-65C1-DE39-04B7-8C943E631B31}"/>
              </a:ext>
            </a:extLst>
          </p:cNvPr>
          <p:cNvSpPr txBox="1"/>
          <p:nvPr/>
        </p:nvSpPr>
        <p:spPr>
          <a:xfrm>
            <a:off x="4448867" y="2652502"/>
            <a:ext cx="14936566" cy="1181862"/>
          </a:xfrm>
          <a:prstGeom prst="rect">
            <a:avLst/>
          </a:prstGeom>
          <a:noFill/>
          <a:ln>
            <a:noFill/>
          </a:ln>
        </p:spPr>
        <p:txBody>
          <a:bodyPr spcFirstLastPara="1" wrap="square" lIns="0" tIns="0" rIns="0" bIns="0" anchor="t" anchorCtr="0">
            <a:spAutoFit/>
          </a:bodyPr>
          <a:lstStyle/>
          <a:p>
            <a:pPr marL="0" marR="0" lvl="0" indent="0" algn="l" rtl="0">
              <a:lnSpc>
                <a:spcPct val="119996"/>
              </a:lnSpc>
              <a:spcBef>
                <a:spcPts val="0"/>
              </a:spcBef>
              <a:spcAft>
                <a:spcPts val="0"/>
              </a:spcAft>
              <a:buNone/>
            </a:pPr>
            <a:r>
              <a:rPr lang="en-US" sz="6400" b="0" i="0" u="none" strike="noStrike" cap="none" dirty="0">
                <a:solidFill>
                  <a:srgbClr val="FFFEF8"/>
                </a:solidFill>
                <a:latin typeface="Anton"/>
                <a:ea typeface="Anton"/>
                <a:cs typeface="Anton"/>
                <a:sym typeface="Anton"/>
              </a:rPr>
              <a:t>Plans for the future</a:t>
            </a:r>
            <a:endParaRPr sz="6400" dirty="0">
              <a:solidFill>
                <a:srgbClr val="FFFEF8"/>
              </a:solidFill>
            </a:endParaRPr>
          </a:p>
        </p:txBody>
      </p:sp>
      <p:sp>
        <p:nvSpPr>
          <p:cNvPr id="4" name="Google Shape;757;p14">
            <a:extLst>
              <a:ext uri="{FF2B5EF4-FFF2-40B4-BE49-F238E27FC236}">
                <a16:creationId xmlns:a16="http://schemas.microsoft.com/office/drawing/2014/main" id="{B89E0EB1-332A-2881-CFBC-37D0469CF01C}"/>
              </a:ext>
            </a:extLst>
          </p:cNvPr>
          <p:cNvSpPr txBox="1"/>
          <p:nvPr/>
        </p:nvSpPr>
        <p:spPr>
          <a:xfrm>
            <a:off x="4448867" y="4062780"/>
            <a:ext cx="10497009" cy="4136517"/>
          </a:xfrm>
          <a:prstGeom prst="rect">
            <a:avLst/>
          </a:prstGeom>
          <a:noFill/>
          <a:ln>
            <a:noFill/>
          </a:ln>
        </p:spPr>
        <p:txBody>
          <a:bodyPr spcFirstLastPara="1" wrap="square" lIns="0" tIns="0" rIns="0" bIns="0" anchor="t" anchorCtr="0">
            <a:spAutoFit/>
          </a:bodyPr>
          <a:lstStyle/>
          <a:p>
            <a:pPr marL="0" marR="0" lvl="0" indent="0" algn="l" rtl="0">
              <a:lnSpc>
                <a:spcPct val="140025"/>
              </a:lnSpc>
              <a:spcBef>
                <a:spcPts val="0"/>
              </a:spcBef>
              <a:spcAft>
                <a:spcPts val="0"/>
              </a:spcAft>
              <a:buNone/>
            </a:pPr>
            <a:r>
              <a:rPr lang="en-CA" sz="3200" dirty="0">
                <a:solidFill>
                  <a:srgbClr val="FFFEF8"/>
                </a:solidFill>
              </a:rPr>
              <a:t>If we were to continue this project in the future, we might try to facilitate the process even more by connecting the bash scripts in order to decrease the need for any manual inputs from the user. </a:t>
            </a:r>
          </a:p>
          <a:p>
            <a:pPr marL="0" marR="0" lvl="0" indent="0" algn="l" rtl="0">
              <a:lnSpc>
                <a:spcPct val="140025"/>
              </a:lnSpc>
              <a:spcBef>
                <a:spcPts val="0"/>
              </a:spcBef>
              <a:spcAft>
                <a:spcPts val="0"/>
              </a:spcAft>
              <a:buNone/>
            </a:pPr>
            <a:br>
              <a:rPr lang="en-CA" sz="3200" dirty="0">
                <a:solidFill>
                  <a:srgbClr val="FFFEF8"/>
                </a:solidFill>
              </a:rPr>
            </a:br>
            <a:r>
              <a:rPr lang="en-CA" sz="3200" dirty="0">
                <a:solidFill>
                  <a:srgbClr val="FFFEF8"/>
                </a:solidFill>
              </a:rPr>
              <a:t>As well as provide additional scripts that will quickly render a static html page for the user to edit</a:t>
            </a:r>
          </a:p>
        </p:txBody>
      </p:sp>
      <p:sp>
        <p:nvSpPr>
          <p:cNvPr id="10" name="Google Shape;521;p11">
            <a:extLst>
              <a:ext uri="{FF2B5EF4-FFF2-40B4-BE49-F238E27FC236}">
                <a16:creationId xmlns:a16="http://schemas.microsoft.com/office/drawing/2014/main" id="{0445CB4B-1ED3-254A-8E5F-E43F3B1BAB8B}"/>
              </a:ext>
            </a:extLst>
          </p:cNvPr>
          <p:cNvSpPr/>
          <p:nvPr/>
        </p:nvSpPr>
        <p:spPr>
          <a:xfrm>
            <a:off x="15215923" y="5126615"/>
            <a:ext cx="1264045" cy="1746841"/>
          </a:xfrm>
          <a:custGeom>
            <a:avLst/>
            <a:gdLst/>
            <a:ahLst/>
            <a:cxnLst/>
            <a:rect l="l" t="t" r="r" b="b"/>
            <a:pathLst>
              <a:path w="836443" h="1333460" extrusionOk="0">
                <a:moveTo>
                  <a:pt x="0" y="0"/>
                </a:moveTo>
                <a:lnTo>
                  <a:pt x="836443" y="0"/>
                </a:lnTo>
                <a:lnTo>
                  <a:pt x="836443" y="1333460"/>
                </a:lnTo>
                <a:lnTo>
                  <a:pt x="0" y="1333460"/>
                </a:lnTo>
                <a:lnTo>
                  <a:pt x="0" y="0"/>
                </a:lnTo>
                <a:close/>
              </a:path>
            </a:pathLst>
          </a:custGeom>
          <a:blipFill rotWithShape="1">
            <a:blip r:embed="rId4">
              <a:alphaModFix/>
              <a:biLevel thresh="50000"/>
            </a:blip>
            <a:stretch>
              <a:fillRect/>
            </a:stretch>
          </a:blipFill>
          <a:ln>
            <a:noFill/>
          </a:ln>
        </p:spPr>
        <p:txBody>
          <a:bodyPr/>
          <a:lstStyle/>
          <a:p>
            <a:endParaRPr lang="en-CA"/>
          </a:p>
        </p:txBody>
      </p:sp>
    </p:spTree>
    <p:extLst>
      <p:ext uri="{BB962C8B-B14F-4D97-AF65-F5344CB8AC3E}">
        <p14:creationId xmlns:p14="http://schemas.microsoft.com/office/powerpoint/2010/main" val="1917424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6242F"/>
        </a:solidFill>
        <a:effectLst/>
      </p:bgPr>
    </p:bg>
    <p:spTree>
      <p:nvGrpSpPr>
        <p:cNvPr id="1" name="Shape 458">
          <a:extLst>
            <a:ext uri="{FF2B5EF4-FFF2-40B4-BE49-F238E27FC236}">
              <a16:creationId xmlns:a16="http://schemas.microsoft.com/office/drawing/2014/main" id="{768C6253-F3B9-A08B-E01B-449FB7E32E55}"/>
            </a:ext>
          </a:extLst>
        </p:cNvPr>
        <p:cNvGrpSpPr/>
        <p:nvPr/>
      </p:nvGrpSpPr>
      <p:grpSpPr>
        <a:xfrm>
          <a:off x="0" y="0"/>
          <a:ext cx="0" cy="0"/>
          <a:chOff x="0" y="0"/>
          <a:chExt cx="0" cy="0"/>
        </a:xfrm>
      </p:grpSpPr>
      <p:sp>
        <p:nvSpPr>
          <p:cNvPr id="42" name="Rectangle: Rounded Corners 41">
            <a:extLst>
              <a:ext uri="{FF2B5EF4-FFF2-40B4-BE49-F238E27FC236}">
                <a16:creationId xmlns:a16="http://schemas.microsoft.com/office/drawing/2014/main" id="{F2200FB2-FF6D-CB81-EFD1-248601653106}"/>
              </a:ext>
            </a:extLst>
          </p:cNvPr>
          <p:cNvSpPr/>
          <p:nvPr/>
        </p:nvSpPr>
        <p:spPr>
          <a:xfrm>
            <a:off x="3432140" y="2268304"/>
            <a:ext cx="11423720" cy="5750391"/>
          </a:xfrm>
          <a:prstGeom prst="roundRect">
            <a:avLst>
              <a:gd name="adj" fmla="val 3394"/>
            </a:avLst>
          </a:prstGeom>
          <a:solidFill>
            <a:srgbClr val="1F3240"/>
          </a:solidFill>
          <a:ln w="38100">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p>
        </p:txBody>
      </p:sp>
      <p:grpSp>
        <p:nvGrpSpPr>
          <p:cNvPr id="38" name="Group 37">
            <a:extLst>
              <a:ext uri="{FF2B5EF4-FFF2-40B4-BE49-F238E27FC236}">
                <a16:creationId xmlns:a16="http://schemas.microsoft.com/office/drawing/2014/main" id="{3130F2D6-6D8A-7AD6-7D4F-01B271498DAC}"/>
              </a:ext>
            </a:extLst>
          </p:cNvPr>
          <p:cNvGrpSpPr/>
          <p:nvPr/>
        </p:nvGrpSpPr>
        <p:grpSpPr>
          <a:xfrm>
            <a:off x="13368616" y="2567615"/>
            <a:ext cx="1045236" cy="247209"/>
            <a:chOff x="16511244" y="712189"/>
            <a:chExt cx="1045236" cy="240311"/>
          </a:xfrm>
        </p:grpSpPr>
        <p:sp>
          <p:nvSpPr>
            <p:cNvPr id="39" name="Oval 38">
              <a:extLst>
                <a:ext uri="{FF2B5EF4-FFF2-40B4-BE49-F238E27FC236}">
                  <a16:creationId xmlns:a16="http://schemas.microsoft.com/office/drawing/2014/main" id="{463F06C9-95E2-4A08-CBD1-CC2BB40D00AC}"/>
                </a:ext>
              </a:extLst>
            </p:cNvPr>
            <p:cNvSpPr/>
            <p:nvPr/>
          </p:nvSpPr>
          <p:spPr>
            <a:xfrm>
              <a:off x="17312640" y="715498"/>
              <a:ext cx="243840" cy="237002"/>
            </a:xfrm>
            <a:prstGeom prst="ellipse">
              <a:avLst/>
            </a:prstGeom>
            <a:solidFill>
              <a:srgbClr val="1CC54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0" name="Oval 39">
              <a:extLst>
                <a:ext uri="{FF2B5EF4-FFF2-40B4-BE49-F238E27FC236}">
                  <a16:creationId xmlns:a16="http://schemas.microsoft.com/office/drawing/2014/main" id="{2CE1C70D-E143-63C8-7AFA-AF12FF40BBFC}"/>
                </a:ext>
              </a:extLst>
            </p:cNvPr>
            <p:cNvSpPr/>
            <p:nvPr/>
          </p:nvSpPr>
          <p:spPr>
            <a:xfrm>
              <a:off x="16913900" y="712189"/>
              <a:ext cx="243840" cy="237002"/>
            </a:xfrm>
            <a:prstGeom prst="ellipse">
              <a:avLst/>
            </a:prstGeom>
            <a:solidFill>
              <a:srgbClr val="FFBC3E"/>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1" name="Oval 40">
              <a:extLst>
                <a:ext uri="{FF2B5EF4-FFF2-40B4-BE49-F238E27FC236}">
                  <a16:creationId xmlns:a16="http://schemas.microsoft.com/office/drawing/2014/main" id="{CD1FD7AD-4220-6C96-423E-394992F300DD}"/>
                </a:ext>
              </a:extLst>
            </p:cNvPr>
            <p:cNvSpPr/>
            <p:nvPr/>
          </p:nvSpPr>
          <p:spPr>
            <a:xfrm>
              <a:off x="16511244" y="712189"/>
              <a:ext cx="243840" cy="237002"/>
            </a:xfrm>
            <a:prstGeom prst="ellipse">
              <a:avLst/>
            </a:prstGeom>
            <a:solidFill>
              <a:srgbClr val="F46659"/>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521" name="Google Shape;521;p11">
            <a:extLst>
              <a:ext uri="{FF2B5EF4-FFF2-40B4-BE49-F238E27FC236}">
                <a16:creationId xmlns:a16="http://schemas.microsoft.com/office/drawing/2014/main" id="{D922234C-A021-833D-0320-06F0A4A936A3}"/>
              </a:ext>
            </a:extLst>
          </p:cNvPr>
          <p:cNvSpPr/>
          <p:nvPr/>
        </p:nvSpPr>
        <p:spPr>
          <a:xfrm>
            <a:off x="13383089" y="7145274"/>
            <a:ext cx="1264045" cy="1746841"/>
          </a:xfrm>
          <a:custGeom>
            <a:avLst/>
            <a:gdLst/>
            <a:ahLst/>
            <a:cxnLst/>
            <a:rect l="l" t="t" r="r" b="b"/>
            <a:pathLst>
              <a:path w="836443" h="1333460" extrusionOk="0">
                <a:moveTo>
                  <a:pt x="0" y="0"/>
                </a:moveTo>
                <a:lnTo>
                  <a:pt x="836443" y="0"/>
                </a:lnTo>
                <a:lnTo>
                  <a:pt x="836443" y="1333460"/>
                </a:lnTo>
                <a:lnTo>
                  <a:pt x="0" y="1333460"/>
                </a:lnTo>
                <a:lnTo>
                  <a:pt x="0" y="0"/>
                </a:lnTo>
                <a:close/>
              </a:path>
            </a:pathLst>
          </a:custGeom>
          <a:blipFill rotWithShape="1">
            <a:blip r:embed="rId3">
              <a:alphaModFix/>
              <a:biLevel thresh="50000"/>
            </a:blip>
            <a:stretch>
              <a:fillRect/>
            </a:stretch>
          </a:blipFill>
          <a:ln>
            <a:noFill/>
          </a:ln>
        </p:spPr>
        <p:txBody>
          <a:bodyPr/>
          <a:lstStyle/>
          <a:p>
            <a:endParaRPr lang="en-CA"/>
          </a:p>
        </p:txBody>
      </p:sp>
      <p:grpSp>
        <p:nvGrpSpPr>
          <p:cNvPr id="32" name="Group 31">
            <a:extLst>
              <a:ext uri="{FF2B5EF4-FFF2-40B4-BE49-F238E27FC236}">
                <a16:creationId xmlns:a16="http://schemas.microsoft.com/office/drawing/2014/main" id="{55878B16-1B5D-C3C8-4C57-8C9B124D9318}"/>
              </a:ext>
            </a:extLst>
          </p:cNvPr>
          <p:cNvGrpSpPr/>
          <p:nvPr/>
        </p:nvGrpSpPr>
        <p:grpSpPr>
          <a:xfrm>
            <a:off x="4408293" y="217711"/>
            <a:ext cx="9999902" cy="1388038"/>
            <a:chOff x="641008" y="7256645"/>
            <a:chExt cx="6885478" cy="1437158"/>
          </a:xfrm>
        </p:grpSpPr>
        <p:grpSp>
          <p:nvGrpSpPr>
            <p:cNvPr id="459" name="Google Shape;459;p11">
              <a:extLst>
                <a:ext uri="{FF2B5EF4-FFF2-40B4-BE49-F238E27FC236}">
                  <a16:creationId xmlns:a16="http://schemas.microsoft.com/office/drawing/2014/main" id="{388C8BC8-11DB-E2EE-8A1F-6C9CB9E3F308}"/>
                </a:ext>
              </a:extLst>
            </p:cNvPr>
            <p:cNvGrpSpPr/>
            <p:nvPr/>
          </p:nvGrpSpPr>
          <p:grpSpPr>
            <a:xfrm>
              <a:off x="641008" y="7256645"/>
              <a:ext cx="6529522" cy="1437158"/>
              <a:chOff x="0" y="-47625"/>
              <a:chExt cx="1719710" cy="378511"/>
            </a:xfrm>
          </p:grpSpPr>
          <p:sp>
            <p:nvSpPr>
              <p:cNvPr id="460" name="Google Shape;460;p11">
                <a:extLst>
                  <a:ext uri="{FF2B5EF4-FFF2-40B4-BE49-F238E27FC236}">
                    <a16:creationId xmlns:a16="http://schemas.microsoft.com/office/drawing/2014/main" id="{E66CF8CF-6820-DD39-F1F3-D0710C1AFFE9}"/>
                  </a:ext>
                </a:extLst>
              </p:cNvPr>
              <p:cNvSpPr/>
              <p:nvPr/>
            </p:nvSpPr>
            <p:spPr>
              <a:xfrm>
                <a:off x="0" y="0"/>
                <a:ext cx="1719710" cy="330886"/>
              </a:xfrm>
              <a:custGeom>
                <a:avLst/>
                <a:gdLst/>
                <a:ahLst/>
                <a:cxnLst/>
                <a:rect l="l" t="t" r="r" b="b"/>
                <a:pathLst>
                  <a:path w="1719710" h="330886" extrusionOk="0">
                    <a:moveTo>
                      <a:pt x="60470" y="0"/>
                    </a:moveTo>
                    <a:lnTo>
                      <a:pt x="1659240" y="0"/>
                    </a:lnTo>
                    <a:cubicBezTo>
                      <a:pt x="1675277" y="0"/>
                      <a:pt x="1690658" y="6371"/>
                      <a:pt x="1701998" y="17711"/>
                    </a:cubicBezTo>
                    <a:cubicBezTo>
                      <a:pt x="1713339" y="29051"/>
                      <a:pt x="1719710" y="44432"/>
                      <a:pt x="1719710" y="60470"/>
                    </a:cubicBezTo>
                    <a:lnTo>
                      <a:pt x="1719710" y="270416"/>
                    </a:lnTo>
                    <a:cubicBezTo>
                      <a:pt x="1719710" y="303813"/>
                      <a:pt x="1692636" y="330886"/>
                      <a:pt x="1659240" y="330886"/>
                    </a:cubicBezTo>
                    <a:lnTo>
                      <a:pt x="60470" y="330886"/>
                    </a:lnTo>
                    <a:cubicBezTo>
                      <a:pt x="27073" y="330886"/>
                      <a:pt x="0" y="303813"/>
                      <a:pt x="0" y="270416"/>
                    </a:cubicBezTo>
                    <a:lnTo>
                      <a:pt x="0" y="60470"/>
                    </a:lnTo>
                    <a:cubicBezTo>
                      <a:pt x="0" y="27073"/>
                      <a:pt x="27073" y="0"/>
                      <a:pt x="60470"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1">
                <a:extLst>
                  <a:ext uri="{FF2B5EF4-FFF2-40B4-BE49-F238E27FC236}">
                    <a16:creationId xmlns:a16="http://schemas.microsoft.com/office/drawing/2014/main" id="{514C04B6-FAC7-7893-7056-C17411EEFE57}"/>
                  </a:ext>
                </a:extLst>
              </p:cNvPr>
              <p:cNvSpPr txBox="1"/>
              <p:nvPr/>
            </p:nvSpPr>
            <p:spPr>
              <a:xfrm>
                <a:off x="0" y="-47625"/>
                <a:ext cx="1719710"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62" name="Google Shape;462;p11">
              <a:extLst>
                <a:ext uri="{FF2B5EF4-FFF2-40B4-BE49-F238E27FC236}">
                  <a16:creationId xmlns:a16="http://schemas.microsoft.com/office/drawing/2014/main" id="{C8472DC4-D8ED-4647-258B-9EDBCAC3F133}"/>
                </a:ext>
              </a:extLst>
            </p:cNvPr>
            <p:cNvGrpSpPr/>
            <p:nvPr/>
          </p:nvGrpSpPr>
          <p:grpSpPr>
            <a:xfrm>
              <a:off x="641008" y="7261403"/>
              <a:ext cx="6529522" cy="1256332"/>
              <a:chOff x="0" y="0"/>
              <a:chExt cx="1719710" cy="330886"/>
            </a:xfrm>
          </p:grpSpPr>
          <p:sp>
            <p:nvSpPr>
              <p:cNvPr id="463" name="Google Shape;463;p11">
                <a:extLst>
                  <a:ext uri="{FF2B5EF4-FFF2-40B4-BE49-F238E27FC236}">
                    <a16:creationId xmlns:a16="http://schemas.microsoft.com/office/drawing/2014/main" id="{F0B7D07D-2DED-F084-CCE3-E92EF2971190}"/>
                  </a:ext>
                </a:extLst>
              </p:cNvPr>
              <p:cNvSpPr/>
              <p:nvPr/>
            </p:nvSpPr>
            <p:spPr>
              <a:xfrm>
                <a:off x="0" y="0"/>
                <a:ext cx="1719710" cy="330886"/>
              </a:xfrm>
              <a:custGeom>
                <a:avLst/>
                <a:gdLst/>
                <a:ahLst/>
                <a:cxnLst/>
                <a:rect l="l" t="t" r="r" b="b"/>
                <a:pathLst>
                  <a:path w="1719710" h="330886" extrusionOk="0">
                    <a:moveTo>
                      <a:pt x="60470" y="0"/>
                    </a:moveTo>
                    <a:lnTo>
                      <a:pt x="1659240" y="0"/>
                    </a:lnTo>
                    <a:cubicBezTo>
                      <a:pt x="1675277" y="0"/>
                      <a:pt x="1690658" y="6371"/>
                      <a:pt x="1701998" y="17711"/>
                    </a:cubicBezTo>
                    <a:cubicBezTo>
                      <a:pt x="1713339" y="29051"/>
                      <a:pt x="1719710" y="44432"/>
                      <a:pt x="1719710" y="60470"/>
                    </a:cubicBezTo>
                    <a:lnTo>
                      <a:pt x="1719710" y="270416"/>
                    </a:lnTo>
                    <a:cubicBezTo>
                      <a:pt x="1719710" y="303813"/>
                      <a:pt x="1692636" y="330886"/>
                      <a:pt x="1659240" y="330886"/>
                    </a:cubicBezTo>
                    <a:lnTo>
                      <a:pt x="60470" y="330886"/>
                    </a:lnTo>
                    <a:cubicBezTo>
                      <a:pt x="27073" y="330886"/>
                      <a:pt x="0" y="303813"/>
                      <a:pt x="0" y="270416"/>
                    </a:cubicBezTo>
                    <a:lnTo>
                      <a:pt x="0" y="60470"/>
                    </a:lnTo>
                    <a:cubicBezTo>
                      <a:pt x="0" y="27073"/>
                      <a:pt x="27073" y="0"/>
                      <a:pt x="60470"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1">
                <a:extLst>
                  <a:ext uri="{FF2B5EF4-FFF2-40B4-BE49-F238E27FC236}">
                    <a16:creationId xmlns:a16="http://schemas.microsoft.com/office/drawing/2014/main" id="{E105C86E-413B-20F2-E478-C1564685184B}"/>
                  </a:ext>
                </a:extLst>
              </p:cNvPr>
              <p:cNvSpPr txBox="1"/>
              <p:nvPr/>
            </p:nvSpPr>
            <p:spPr>
              <a:xfrm>
                <a:off x="0" y="46372"/>
                <a:ext cx="1719710" cy="21555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36" name="Google Shape;536;p11">
              <a:extLst>
                <a:ext uri="{FF2B5EF4-FFF2-40B4-BE49-F238E27FC236}">
                  <a16:creationId xmlns:a16="http://schemas.microsoft.com/office/drawing/2014/main" id="{03EA6E5E-D239-9A3A-3DAD-B2FC75D32CEF}"/>
                </a:ext>
              </a:extLst>
            </p:cNvPr>
            <p:cNvSpPr txBox="1"/>
            <p:nvPr/>
          </p:nvSpPr>
          <p:spPr>
            <a:xfrm>
              <a:off x="1808169" y="7420967"/>
              <a:ext cx="5718317" cy="1140102"/>
            </a:xfrm>
            <a:prstGeom prst="rect">
              <a:avLst/>
            </a:prstGeom>
            <a:noFill/>
            <a:ln>
              <a:noFill/>
            </a:ln>
          </p:spPr>
          <p:txBody>
            <a:bodyPr spcFirstLastPara="1" wrap="square" lIns="0" tIns="0" rIns="0" bIns="0" anchor="t" anchorCtr="0">
              <a:spAutoFit/>
            </a:bodyPr>
            <a:lstStyle/>
            <a:p>
              <a:pPr marL="0" marR="0" lvl="0" indent="0" algn="l" rtl="0">
                <a:lnSpc>
                  <a:spcPct val="119989"/>
                </a:lnSpc>
                <a:spcBef>
                  <a:spcPts val="0"/>
                </a:spcBef>
                <a:spcAft>
                  <a:spcPts val="0"/>
                </a:spcAft>
                <a:buNone/>
              </a:pPr>
              <a:r>
                <a:rPr lang="en-US" sz="5963" b="0" i="0" u="none" strike="noStrike" cap="none" dirty="0">
                  <a:solidFill>
                    <a:srgbClr val="FFFFFF"/>
                  </a:solidFill>
                  <a:latin typeface="Anton"/>
                  <a:ea typeface="Anton"/>
                  <a:cs typeface="Anton"/>
                  <a:sym typeface="Anton"/>
                </a:rPr>
                <a:t>Outro</a:t>
              </a:r>
              <a:endParaRPr dirty="0"/>
            </a:p>
          </p:txBody>
        </p:sp>
      </p:grpSp>
      <p:sp>
        <p:nvSpPr>
          <p:cNvPr id="2" name="Google Shape;535;p11">
            <a:extLst>
              <a:ext uri="{FF2B5EF4-FFF2-40B4-BE49-F238E27FC236}">
                <a16:creationId xmlns:a16="http://schemas.microsoft.com/office/drawing/2014/main" id="{721A8D40-D27C-991C-70E3-6B7BE0DF0B68}"/>
              </a:ext>
            </a:extLst>
          </p:cNvPr>
          <p:cNvSpPr txBox="1"/>
          <p:nvPr/>
        </p:nvSpPr>
        <p:spPr>
          <a:xfrm>
            <a:off x="4631761" y="3896891"/>
            <a:ext cx="10471064" cy="221599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CA" sz="7200" b="0" i="0" u="none" strike="noStrike" cap="none" dirty="0">
                <a:latin typeface="Anton"/>
                <a:ea typeface="Anton"/>
                <a:cs typeface="Anton"/>
                <a:sym typeface="Anton"/>
              </a:rPr>
              <a:t>Why should you buy</a:t>
            </a:r>
          </a:p>
          <a:p>
            <a:pPr marL="0" marR="0" lvl="0" indent="0" algn="l" rtl="0">
              <a:lnSpc>
                <a:spcPct val="100000"/>
              </a:lnSpc>
              <a:spcBef>
                <a:spcPts val="0"/>
              </a:spcBef>
              <a:spcAft>
                <a:spcPts val="0"/>
              </a:spcAft>
              <a:buNone/>
            </a:pPr>
            <a:r>
              <a:rPr lang="en-CA" sz="7200" dirty="0">
                <a:solidFill>
                  <a:srgbClr val="FFFEF8"/>
                </a:solidFill>
                <a:latin typeface="Anton"/>
                <a:sym typeface="Anton"/>
              </a:rPr>
              <a:t>Our product?</a:t>
            </a:r>
            <a:endParaRPr lang="en-US" sz="7200" b="1" dirty="0">
              <a:solidFill>
                <a:srgbClr val="FFFEF8"/>
              </a:solidFill>
            </a:endParaRPr>
          </a:p>
        </p:txBody>
      </p:sp>
    </p:spTree>
    <p:extLst>
      <p:ext uri="{BB962C8B-B14F-4D97-AF65-F5344CB8AC3E}">
        <p14:creationId xmlns:p14="http://schemas.microsoft.com/office/powerpoint/2010/main" val="17284820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B5F27"/>
      </a:dk2>
      <a:lt2>
        <a:srgbClr val="D8FC68"/>
      </a:lt2>
      <a:accent1>
        <a:srgbClr val="DDC855"/>
      </a:accent1>
      <a:accent2>
        <a:srgbClr val="FCA03D"/>
      </a:accent2>
      <a:accent3>
        <a:srgbClr val="E36439"/>
      </a:accent3>
      <a:accent4>
        <a:srgbClr val="C2935B"/>
      </a:accent4>
      <a:accent5>
        <a:srgbClr val="88C25C"/>
      </a:accent5>
      <a:accent6>
        <a:srgbClr val="BFCC86"/>
      </a:accent6>
      <a:hlink>
        <a:srgbClr val="FFCE23"/>
      </a:hlink>
      <a:folHlink>
        <a:srgbClr val="FDEB86"/>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88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82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97ECCC31-8429-4523-BE8D-8F09B7A4D46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TM04033919[[fn=Circuit]]</Template>
  <TotalTime>314</TotalTime>
  <Words>778</Words>
  <Application>Microsoft Office PowerPoint</Application>
  <PresentationFormat>Custom</PresentationFormat>
  <Paragraphs>133</Paragraphs>
  <Slides>12</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Anton</vt:lpstr>
      <vt:lpstr>Calibri Light</vt:lpstr>
      <vt:lpstr>Arial</vt:lpstr>
      <vt:lpstr>Calibri</vt:lpstr>
      <vt:lpstr>Tw Cen MT</vt:lpstr>
      <vt:lpstr>Arimo</vt:lpstr>
      <vt:lpstr>Circuit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Sabrina Robinson</dc:creator>
  <cp:lastModifiedBy>Sabrina Robinson</cp:lastModifiedBy>
  <cp:revision>13</cp:revision>
  <dcterms:modified xsi:type="dcterms:W3CDTF">2025-05-16T13:39:22Z</dcterms:modified>
</cp:coreProperties>
</file>